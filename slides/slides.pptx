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32" r:id="rId2"/>
    <p:sldId id="333" r:id="rId3"/>
    <p:sldId id="334" r:id="rId4"/>
    <p:sldId id="342" r:id="rId5"/>
    <p:sldId id="344" r:id="rId6"/>
    <p:sldId id="341" r:id="rId7"/>
    <p:sldId id="343" r:id="rId8"/>
    <p:sldId id="345" r:id="rId9"/>
    <p:sldId id="339" r:id="rId10"/>
    <p:sldId id="338" r:id="rId11"/>
    <p:sldId id="335" r:id="rId12"/>
    <p:sldId id="340" r:id="rId13"/>
    <p:sldId id="337" r:id="rId14"/>
    <p:sldId id="336" r:id="rId1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56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19D6C-EACD-4C36-85BA-52DEFCDD9FA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4A8A1-072F-459A-819B-2BB734375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75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05CF3-7EA5-44B3-DF45-3D0A6DE03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6B3B8-1BFF-49FA-0482-C93E31017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0C363-9F61-289E-8581-B3094ECC3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82BCE-82C9-4858-8FE4-D3E6843DF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572D0-3795-4C3C-849E-BDA62F558749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485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E7C09-3332-67A2-E091-0F486D5B9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AD9DBC-A96F-9E2B-910F-AB4E9031F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AE788-7022-3A6B-799E-BFA738820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E5945-A0FC-1534-C8D1-AD3884897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9E25D-18D0-378C-4086-0048FC8F1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94D9-925E-434D-901E-39BFF927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66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EC89C-4C84-31DB-DB3E-4AB8D748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49487-B980-58FC-21FE-443E1A76A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57789-34B3-3DAD-0855-53A4AAF5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89480-31D1-C547-6780-5151B7401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8F47B-683C-37E4-BC5E-3B7DE1A53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94D9-925E-434D-901E-39BFF927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60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550B9-3760-3348-B161-98F3CE217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EA0B9-9755-F990-CC14-BF2AAD78F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607C1-E514-D4D9-2651-94CCF0E2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BD986-339E-89C9-49DD-8FCE890C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3D7F9-2CA6-18DC-C82A-13B29F289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94D9-925E-434D-901E-39BFF927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27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90118-9B23-D265-2BEF-B30800C4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41B5C-A862-38E3-D8A5-B15697497D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31D87-8E74-6D67-02CE-EDBCF0EC8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BA70F-D590-4AAD-7018-485F17A7C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C5388-E32E-62C6-8267-D584704C6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96C6D-40CC-2BD7-F10B-0456FC166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94D9-925E-434D-901E-39BFF927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6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E96E-9404-203E-C349-8CBA02DBD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00131-0789-04DF-5383-7D6014626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BCC9E-A3E4-4DA6-5282-A2B802A8B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BF7134-C9F6-995A-255F-8B99377BC2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17FB22-E9C0-6E97-3F41-B0E43E5D0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D4586-D094-2A8A-465A-121AA8314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A16392-6490-8CAB-5BDA-C6E0CC5AC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BE3106-6E61-1A0F-D268-310D5F9C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94D9-925E-434D-901E-39BFF927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52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B461-0D43-45DE-D2E7-2333D6443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E9F59D-29B4-6707-9B24-22E6E24F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D12F4E-095F-2E48-94FB-850BFE246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3728A-205E-D382-A52D-C35BB3B2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94D9-925E-434D-901E-39BFF927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84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FD60D1-9EE7-7156-368B-8B42C5CC7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A0EF14-57EA-EFDE-4F0E-CA3780304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06FE0-1AE7-0CF9-83DB-0BDBDC37D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94D9-925E-434D-901E-39BFF927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96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80154-DCE0-E851-54B5-855D6DBBE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93AEB-9D5C-4588-3167-F8A07A5F5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3B67C-85AC-D5D1-5DF5-B8B8B513D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4FEDF-61B0-7803-655A-79880A8F7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827B7-7A0C-FEEE-E1F4-70C2A558C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E5584-6FA3-6CAC-B51C-58108A53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94D9-925E-434D-901E-39BFF927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29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2DF41-159C-3134-1342-7F2878211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8F3406-691F-46D8-0B44-58BFBADD6D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09904-7EB1-2A66-71F4-AB76F666C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4A282-680F-6D9C-C9A2-8EEE25FC5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4248B-D44E-C602-4F35-92A80D26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E9776-F44B-45C5-5478-6FC5EE68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94D9-925E-434D-901E-39BFF927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48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A5B8B-A34A-BFAC-7BA2-1B3BE786A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80832-F2DB-122E-8D97-DB7C8D91D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28B27-8B26-993F-4DCB-D98AF1124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A5687-8E75-6C9D-46DD-F8A79A66E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D6A52-0008-B15C-8908-E9D166D9C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94D9-925E-434D-901E-39BFF927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284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565B30-C60A-20D5-B5B0-A4683B123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B66AC-2C88-8A85-29C7-0E17E5862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7811E-9F34-1D13-D194-22D2D523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936C6-359E-A100-1322-783A4A344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49942-FBCE-829B-096F-F278446E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E94D9-925E-434D-901E-39BFF927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727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4">
            <a:extLst>
              <a:ext uri="{FF2B5EF4-FFF2-40B4-BE49-F238E27FC236}">
                <a16:creationId xmlns:a16="http://schemas.microsoft.com/office/drawing/2014/main" id="{DA4ED779-1BF4-E9B2-D05D-97789C628B36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gradFill>
            <a:gsLst>
              <a:gs pos="0">
                <a:srgbClr val="1F90CC"/>
              </a:gs>
              <a:gs pos="100000">
                <a:srgbClr val="9013FE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4">
            <a:extLst>
              <a:ext uri="{FF2B5EF4-FFF2-40B4-BE49-F238E27FC236}">
                <a16:creationId xmlns:a16="http://schemas.microsoft.com/office/drawing/2014/main" id="{220A97D8-26D0-E064-8D44-BA1E44C754AA}"/>
              </a:ext>
            </a:extLst>
          </p:cNvPr>
          <p:cNvSpPr/>
          <p:nvPr userDrawn="1"/>
        </p:nvSpPr>
        <p:spPr>
          <a:xfrm>
            <a:off x="-6479" y="1668461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gradFill>
            <a:gsLst>
              <a:gs pos="0">
                <a:srgbClr val="FF6C00"/>
              </a:gs>
              <a:gs pos="100000">
                <a:srgbClr val="C40D1E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6">
            <a:extLst>
              <a:ext uri="{FF2B5EF4-FFF2-40B4-BE49-F238E27FC236}">
                <a16:creationId xmlns:a16="http://schemas.microsoft.com/office/drawing/2014/main" id="{0E7932CC-57F5-7FF5-6F53-EF9A888DB6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5F2B473E-6402-CF41-B498-BF4083E1F7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50800" y="5431613"/>
            <a:ext cx="8328079" cy="461665"/>
          </a:xfrm>
          <a:noFill/>
        </p:spPr>
        <p:txBody>
          <a:bodyPr wrap="square" lIns="0" tIns="0" rIns="0" bIns="0" rtlCol="0">
            <a:spAutoFit/>
          </a:bodyPr>
          <a:lstStyle>
            <a:lvl1pPr algn="l">
              <a:defRPr lang="en-US" altLang="en-US" sz="3000" noProof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algn="ctr">
              <a:lnSpc>
                <a:spcPts val="3600"/>
              </a:lnSpc>
            </a:pPr>
            <a:r>
              <a:rPr lang="en-US" altLang="en-US" noProof="0" dirty="0"/>
              <a:t>Click to edit Master title style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4EFF916-2BDB-4E4D-8A01-EDEA9161D5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50801" y="6097223"/>
            <a:ext cx="8328079" cy="283411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altLang="en-US" sz="18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defTabSz="914400" fontAlgn="auto" latinLnBrk="0">
              <a:lnSpc>
                <a:spcPts val="24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altLang="en-US" noProof="0" dirty="0"/>
              <a:t>Click to edit Master subtitle style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AF8769-66B8-2076-3312-6FFEC190D6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8168" y="5982101"/>
            <a:ext cx="2432377" cy="497158"/>
          </a:xfrm>
          <a:prstGeom prst="rect">
            <a:avLst/>
          </a:prstGeom>
        </p:spPr>
      </p:pic>
      <p:sp>
        <p:nvSpPr>
          <p:cNvPr id="15" name="Bildplatzhalter 23">
            <a:extLst>
              <a:ext uri="{FF2B5EF4-FFF2-40B4-BE49-F238E27FC236}">
                <a16:creationId xmlns:a16="http://schemas.microsoft.com/office/drawing/2014/main" id="{6D21FA3E-20E0-EB86-2D08-F46A8F5CDCA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</p:spTree>
    <p:extLst>
      <p:ext uri="{BB962C8B-B14F-4D97-AF65-F5344CB8AC3E}">
        <p14:creationId xmlns:p14="http://schemas.microsoft.com/office/powerpoint/2010/main" val="2453228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93933-871D-43A0-B4A5-0050B42A6D2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5635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B03F71-8275-C86D-D0E4-D1DF02DEB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CFA47-DAB7-99F0-3E49-8F9839896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73E60-29A9-EADF-030D-BFECB91E2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9A4AD-8719-930D-2C97-1B1CD92B1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52EFF-89A8-6388-CB0C-C0B81BA37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8E94D9-925E-434D-901E-39BFF927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35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6.png"/><Relationship Id="rId3" Type="http://schemas.openxmlformats.org/officeDocument/2006/relationships/image" Target="../media/image5.svg"/><Relationship Id="rId21" Type="http://schemas.openxmlformats.org/officeDocument/2006/relationships/image" Target="../media/image220.png"/><Relationship Id="rId34" Type="http://schemas.openxmlformats.org/officeDocument/2006/relationships/image" Target="../media/image34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2" Type="http://schemas.openxmlformats.org/officeDocument/2006/relationships/image" Target="../media/image4.sv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3.svg"/><Relationship Id="rId28" Type="http://schemas.openxmlformats.org/officeDocument/2006/relationships/image" Target="../media/image28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1.pn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3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8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sv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45.png"/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7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23.svg"/><Relationship Id="rId10" Type="http://schemas.openxmlformats.org/officeDocument/2006/relationships/image" Target="../media/image50.png"/><Relationship Id="rId4" Type="http://schemas.openxmlformats.org/officeDocument/2006/relationships/image" Target="../media/image38.png"/><Relationship Id="rId9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6.png"/><Relationship Id="rId5" Type="http://schemas.openxmlformats.org/officeDocument/2006/relationships/image" Target="../media/image23.sv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50.png"/><Relationship Id="rId7" Type="http://schemas.openxmlformats.org/officeDocument/2006/relationships/image" Target="../media/image36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0.png"/><Relationship Id="rId11" Type="http://schemas.openxmlformats.org/officeDocument/2006/relationships/image" Target="../media/image61.png"/><Relationship Id="rId5" Type="http://schemas.openxmlformats.org/officeDocument/2006/relationships/image" Target="../media/image340.png"/><Relationship Id="rId10" Type="http://schemas.openxmlformats.org/officeDocument/2006/relationships/image" Target="../media/image270.png"/><Relationship Id="rId4" Type="http://schemas.openxmlformats.org/officeDocument/2006/relationships/image" Target="../media/image330.png"/><Relationship Id="rId9" Type="http://schemas.openxmlformats.org/officeDocument/2006/relationships/image" Target="../media/image26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9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1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OJCOMS.2023.3349155" TargetMode="Externa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2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sv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0D4D-9D2F-38CF-EB69-F521751B1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97AF4003-E4DB-5ED5-6676-16B1A81F550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50801" y="6097223"/>
            <a:ext cx="8328079" cy="249299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Research Talk | Telecommunication Networks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E4B0D4-5E9A-BE5C-828C-32CB6B2BD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4368" y="2805752"/>
            <a:ext cx="8885359" cy="1246495"/>
          </a:xfrm>
        </p:spPr>
        <p:txBody>
          <a:bodyPr/>
          <a:lstStyle/>
          <a:p>
            <a:r>
              <a:rPr lang="en-US" dirty="0"/>
              <a:t>Research results and directions for positioning in the analog domain</a:t>
            </a:r>
            <a:br>
              <a:rPr lang="en-GB" noProof="0" dirty="0"/>
            </a:b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65497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44475-489D-5F5C-CB84-D1E8152F2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136800"/>
            <a:ext cx="10515240" cy="2133701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3200" noProof="0" dirty="0"/>
              <a:t>Use case: Fast tracking of Autonomous Mobile Robots for Smart Factory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AC674-0F90-4FDB-13C7-EC034C533AB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932A77E-96FA-4D0D-9FF9-7EEFED12E590}" type="slidenum">
              <a:rPr lang="en-GB" noProof="0" smtClean="0"/>
              <a:t>2</a:t>
            </a:fld>
            <a:endParaRPr lang="en-GB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34D27E-B967-284E-F863-99B428425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72" y="2694039"/>
            <a:ext cx="4831274" cy="28456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11AF12-233C-B8E3-9CB6-4FF02B9EAFBC}"/>
              </a:ext>
            </a:extLst>
          </p:cNvPr>
          <p:cNvSpPr txBox="1"/>
          <p:nvPr/>
        </p:nvSpPr>
        <p:spPr>
          <a:xfrm>
            <a:off x="186803" y="6290313"/>
            <a:ext cx="988188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noProof="0" dirty="0"/>
              <a:t>[1] Franchi et al, "German Perspective on 6G – Use Cases, Technical Building Blocks and Requirements. Insights by the 6G Platform Germany," Friedrich–Alexander University of Erlangen–Nuremberg (FAU), White Paper, December 2024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EDEDE2B-A6E7-F9E4-FE37-2F4138117F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909721" y="2972221"/>
            <a:ext cx="5131080" cy="2289240"/>
          </a:xfrm>
        </p:spPr>
        <p:txBody>
          <a:bodyPr>
            <a:normAutofit/>
          </a:bodyPr>
          <a:lstStyle/>
          <a:p>
            <a:r>
              <a:rPr lang="en-GB" sz="2000" noProof="0" dirty="0"/>
              <a:t>Environment: </a:t>
            </a:r>
          </a:p>
          <a:p>
            <a:pPr lvl="1">
              <a:spcAft>
                <a:spcPts val="1800"/>
              </a:spcAft>
            </a:pPr>
            <a:r>
              <a:rPr lang="en-GB" sz="1600" noProof="0" dirty="0"/>
              <a:t>Dense and dynamic indoor factory floors.</a:t>
            </a:r>
          </a:p>
          <a:p>
            <a:r>
              <a:rPr lang="en-GB" sz="2000" noProof="0" dirty="0"/>
              <a:t>Requirement:</a:t>
            </a:r>
          </a:p>
          <a:p>
            <a:pPr lvl="1"/>
            <a:r>
              <a:rPr lang="en-GB" sz="1600" noProof="0" dirty="0"/>
              <a:t>Real-time object tracking for collision avoidance.</a:t>
            </a:r>
          </a:p>
          <a:p>
            <a:endParaRPr lang="en-GB" sz="2000" noProof="0" dirty="0"/>
          </a:p>
        </p:txBody>
      </p:sp>
    </p:spTree>
    <p:extLst>
      <p:ext uri="{BB962C8B-B14F-4D97-AF65-F5344CB8AC3E}">
        <p14:creationId xmlns:p14="http://schemas.microsoft.com/office/powerpoint/2010/main" val="162668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FE9C3B1-B55C-F855-87B5-176CEEE61C56}"/>
              </a:ext>
            </a:extLst>
          </p:cNvPr>
          <p:cNvGrpSpPr>
            <a:grpSpLocks noChangeAspect="1"/>
          </p:cNvGrpSpPr>
          <p:nvPr/>
        </p:nvGrpSpPr>
        <p:grpSpPr>
          <a:xfrm>
            <a:off x="4970236" y="842369"/>
            <a:ext cx="7155167" cy="4806560"/>
            <a:chOff x="-6324" y="0"/>
            <a:chExt cx="6331915" cy="4253533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B42A20CB-6A62-803B-B610-4BDC518529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375" y="374"/>
              <a:ext cx="1862108" cy="1481928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475693A3-672E-56FE-B830-32CBE6F6C8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74275" y="13058"/>
              <a:ext cx="2065115" cy="1473613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757F7C8-63B1-DA06-5785-64857CE192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56318" y="0"/>
              <a:ext cx="2065115" cy="147361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8AD94EA-679D-406D-DABB-66F4B121E188}"/>
                    </a:ext>
                  </a:extLst>
                </p:cNvPr>
                <p:cNvSpPr txBox="1"/>
                <p:nvPr/>
              </p:nvSpPr>
              <p:spPr>
                <a:xfrm>
                  <a:off x="1512089" y="848414"/>
                  <a:ext cx="429428" cy="34187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11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1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sub>
                        </m:sSub>
                        <m:r>
                          <a:rPr lang="en-GB" sz="1100" i="1" noProof="0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GB" sz="1100" noProof="0" dirty="0"/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11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1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sub>
                        </m:sSub>
                        <m:r>
                          <a:rPr lang="en-GB" sz="1100" i="1" noProof="0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GB" sz="1100" noProof="0" dirty="0"/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8AD94EA-679D-406D-DABB-66F4B121E1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2089" y="848414"/>
                  <a:ext cx="429428" cy="341875"/>
                </a:xfrm>
                <a:prstGeom prst="rect">
                  <a:avLst/>
                </a:prstGeom>
                <a:blipFill>
                  <a:blip r:embed="rId5"/>
                  <a:stretch>
                    <a:fillRect l="-6329" r="-7595"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4C53E86-8751-2657-25CA-6F6E60E12D1F}"/>
                    </a:ext>
                  </a:extLst>
                </p:cNvPr>
                <p:cNvSpPr txBox="1"/>
                <p:nvPr/>
              </p:nvSpPr>
              <p:spPr>
                <a:xfrm>
                  <a:off x="3469033" y="842020"/>
                  <a:ext cx="429428" cy="34187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11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1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sub>
                        </m:sSub>
                        <m:r>
                          <a:rPr lang="en-GB" sz="1100" i="1" noProof="0" smtClean="0">
                            <a:latin typeface="Cambria Math" panose="02040503050406030204" pitchFamily="18" charset="0"/>
                          </a:rPr>
                          <m:t>=9</m:t>
                        </m:r>
                      </m:oMath>
                    </m:oMathPara>
                  </a14:m>
                  <a:endParaRPr lang="en-GB" sz="1100" noProof="0" dirty="0"/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11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1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sub>
                        </m:sSub>
                        <m:r>
                          <a:rPr lang="en-GB" sz="1100" i="1" noProof="0" smtClean="0">
                            <a:latin typeface="Cambria Math" panose="02040503050406030204" pitchFamily="18" charset="0"/>
                          </a:rPr>
                          <m:t>=9</m:t>
                        </m:r>
                      </m:oMath>
                    </m:oMathPara>
                  </a14:m>
                  <a:endParaRPr lang="en-GB" sz="1100" noProof="0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4C53E86-8751-2657-25CA-6F6E60E12D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9033" y="842020"/>
                  <a:ext cx="429428" cy="341875"/>
                </a:xfrm>
                <a:prstGeom prst="rect">
                  <a:avLst/>
                </a:prstGeom>
                <a:blipFill>
                  <a:blip r:embed="rId6"/>
                  <a:stretch>
                    <a:fillRect l="-6329" r="-7595"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B6E55A2-7629-91D8-DA6D-AEFEED332883}"/>
                    </a:ext>
                  </a:extLst>
                </p:cNvPr>
                <p:cNvSpPr txBox="1"/>
                <p:nvPr/>
              </p:nvSpPr>
              <p:spPr>
                <a:xfrm>
                  <a:off x="5402383" y="828114"/>
                  <a:ext cx="498939" cy="34187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11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1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sub>
                        </m:sSub>
                        <m:r>
                          <a:rPr lang="en-GB" sz="1100" i="1" noProof="0" smtClean="0">
                            <a:latin typeface="Cambria Math" panose="02040503050406030204" pitchFamily="18" charset="0"/>
                          </a:rPr>
                          <m:t>=12</m:t>
                        </m:r>
                      </m:oMath>
                    </m:oMathPara>
                  </a14:m>
                  <a:endParaRPr lang="en-GB" sz="1100" noProof="0" dirty="0"/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11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1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GB" sz="11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sub>
                        </m:sSub>
                        <m:r>
                          <a:rPr lang="en-GB" sz="1100" i="1" noProof="0" smtClean="0">
                            <a:latin typeface="Cambria Math" panose="02040503050406030204" pitchFamily="18" charset="0"/>
                          </a:rPr>
                          <m:t>=12</m:t>
                        </m:r>
                      </m:oMath>
                    </m:oMathPara>
                  </a14:m>
                  <a:endParaRPr lang="en-GB" sz="1100" noProof="0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B6E55A2-7629-91D8-DA6D-AEFEED3328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2383" y="828114"/>
                  <a:ext cx="498939" cy="341875"/>
                </a:xfrm>
                <a:prstGeom prst="rect">
                  <a:avLst/>
                </a:prstGeom>
                <a:blipFill>
                  <a:blip r:embed="rId7"/>
                  <a:stretch>
                    <a:fillRect l="-5435" r="-6522"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7386ED08-9CD3-47DD-F22F-260FBACF65C2}"/>
                </a:ext>
              </a:extLst>
            </p:cNvPr>
            <p:cNvSpPr/>
            <p:nvPr/>
          </p:nvSpPr>
          <p:spPr>
            <a:xfrm>
              <a:off x="296280" y="2808289"/>
              <a:ext cx="2712720" cy="1445244"/>
            </a:xfrm>
            <a:prstGeom prst="arc">
              <a:avLst>
                <a:gd name="adj1" fmla="val 683301"/>
                <a:gd name="adj2" fmla="val 10217576"/>
              </a:avLst>
            </a:prstGeom>
            <a:ln w="9525">
              <a:prstDash val="dash"/>
              <a:headEnd type="triangle" w="lg" len="lg"/>
              <a:tailEnd type="non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2800" noProof="0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89C3F11-6ECA-0F01-E923-42B1CB977EFA}"/>
                </a:ext>
              </a:extLst>
            </p:cNvPr>
            <p:cNvSpPr/>
            <p:nvPr/>
          </p:nvSpPr>
          <p:spPr>
            <a:xfrm>
              <a:off x="694185" y="3898576"/>
              <a:ext cx="1792477" cy="226756"/>
            </a:xfrm>
            <a:prstGeom prst="roundRect">
              <a:avLst/>
            </a:prstGeom>
            <a:solidFill>
              <a:srgbClr val="C00000">
                <a:alpha val="1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noProof="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E81296B-F659-5C46-5AD6-D53A32B9BF09}"/>
                </a:ext>
              </a:extLst>
            </p:cNvPr>
            <p:cNvCxnSpPr>
              <a:cxnSpLocks/>
            </p:cNvCxnSpPr>
            <p:nvPr/>
          </p:nvCxnSpPr>
          <p:spPr>
            <a:xfrm>
              <a:off x="-6324" y="3732058"/>
              <a:ext cx="6227763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BE1BC3B-C770-EB03-EF51-EA5308CBB927}"/>
                </a:ext>
              </a:extLst>
            </p:cNvPr>
            <p:cNvSpPr txBox="1"/>
            <p:nvPr/>
          </p:nvSpPr>
          <p:spPr>
            <a:xfrm>
              <a:off x="5810367" y="3751625"/>
              <a:ext cx="515224" cy="2996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noProof="0" dirty="0"/>
                <a:t>time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CF909C0-3454-70AE-568A-19F1B2A135CD}"/>
                </a:ext>
              </a:extLst>
            </p:cNvPr>
            <p:cNvSpPr/>
            <p:nvPr/>
          </p:nvSpPr>
          <p:spPr>
            <a:xfrm>
              <a:off x="5102358" y="3384123"/>
              <a:ext cx="1039748" cy="288226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noProof="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3EAEBB0-2552-AE79-D3C5-DFEA3413EA79}"/>
                    </a:ext>
                  </a:extLst>
                </p:cNvPr>
                <p:cNvSpPr txBox="1"/>
                <p:nvPr/>
              </p:nvSpPr>
              <p:spPr>
                <a:xfrm>
                  <a:off x="5064258" y="3394378"/>
                  <a:ext cx="1163509" cy="2580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noProof="0" dirty="0"/>
                    <a:t>snapshot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GB" sz="1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a14:m>
                  <a:endParaRPr lang="en-GB" sz="1200" i="1" noProof="0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3EAEBB0-2552-AE79-D3C5-DFEA3413EA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4258" y="3394378"/>
                  <a:ext cx="1163509" cy="258065"/>
                </a:xfrm>
                <a:prstGeom prst="rect">
                  <a:avLst/>
                </a:prstGeom>
                <a:blipFill>
                  <a:blip r:embed="rId8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CD1012B-C628-E31D-85F8-D5DF8B027C99}"/>
                </a:ext>
              </a:extLst>
            </p:cNvPr>
            <p:cNvSpPr/>
            <p:nvPr/>
          </p:nvSpPr>
          <p:spPr>
            <a:xfrm>
              <a:off x="2963295" y="3407670"/>
              <a:ext cx="914400" cy="288226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noProof="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3DDB1C6-4B6A-B858-E021-39FA7374DA5B}"/>
                    </a:ext>
                  </a:extLst>
                </p:cNvPr>
                <p:cNvSpPr txBox="1"/>
                <p:nvPr/>
              </p:nvSpPr>
              <p:spPr>
                <a:xfrm>
                  <a:off x="2950629" y="3415380"/>
                  <a:ext cx="969165" cy="2451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noProof="0" dirty="0"/>
                    <a:t>snapshot </a:t>
                  </a:r>
                  <a14:m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125</m:t>
                      </m:r>
                    </m:oMath>
                  </a14:m>
                  <a:endParaRPr lang="en-GB" sz="1200" i="1" noProof="0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3DDB1C6-4B6A-B858-E021-39FA7374DA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0629" y="3415380"/>
                  <a:ext cx="969165" cy="245128"/>
                </a:xfrm>
                <a:prstGeom prst="rect">
                  <a:avLst/>
                </a:prstGeom>
                <a:blipFill>
                  <a:blip r:embed="rId9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43CA8A3-AE50-E05F-41FA-1E6CEC4C250A}"/>
                </a:ext>
              </a:extLst>
            </p:cNvPr>
            <p:cNvSpPr/>
            <p:nvPr/>
          </p:nvSpPr>
          <p:spPr>
            <a:xfrm>
              <a:off x="968103" y="3396814"/>
              <a:ext cx="820159" cy="288226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noProof="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EA79688-7809-D55A-56C9-30F2AFB8B8C7}"/>
                    </a:ext>
                  </a:extLst>
                </p:cNvPr>
                <p:cNvSpPr txBox="1"/>
                <p:nvPr/>
              </p:nvSpPr>
              <p:spPr>
                <a:xfrm>
                  <a:off x="979655" y="3417725"/>
                  <a:ext cx="818796" cy="2451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noProof="0" dirty="0"/>
                    <a:t>snapshot </a:t>
                  </a:r>
                  <a14:m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a14:m>
                  <a:endParaRPr lang="en-GB" sz="1200" i="1" noProof="0" dirty="0"/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EA79688-7809-D55A-56C9-30F2AFB8B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655" y="3417725"/>
                  <a:ext cx="818796" cy="245128"/>
                </a:xfrm>
                <a:prstGeom prst="rect">
                  <a:avLst/>
                </a:prstGeom>
                <a:blipFill>
                  <a:blip r:embed="rId10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AADFB40-C8A5-7529-BEBA-E19069CFD908}"/>
                </a:ext>
              </a:extLst>
            </p:cNvPr>
            <p:cNvSpPr/>
            <p:nvPr/>
          </p:nvSpPr>
          <p:spPr>
            <a:xfrm>
              <a:off x="66087" y="3394378"/>
              <a:ext cx="777113" cy="288226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noProof="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CE46455-A8E7-FFB1-C9D2-CEB1CF6529B8}"/>
                    </a:ext>
                  </a:extLst>
                </p:cNvPr>
                <p:cNvSpPr txBox="1"/>
                <p:nvPr/>
              </p:nvSpPr>
              <p:spPr>
                <a:xfrm>
                  <a:off x="54533" y="3400469"/>
                  <a:ext cx="818796" cy="2451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noProof="0" dirty="0"/>
                    <a:t>snapshot </a:t>
                  </a:r>
                  <a14:m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endParaRPr lang="en-GB" sz="1200" i="1" noProof="0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CE46455-A8E7-FFB1-C9D2-CEB1CF6529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33" y="3400469"/>
                  <a:ext cx="818796" cy="245128"/>
                </a:xfrm>
                <a:prstGeom prst="rect">
                  <a:avLst/>
                </a:prstGeom>
                <a:blipFill>
                  <a:blip r:embed="rId11"/>
                  <a:stretch>
                    <a:fillRect l="-662" t="-222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25D696A-A611-38F1-C5A2-4BE59678584B}"/>
                    </a:ext>
                  </a:extLst>
                </p:cNvPr>
                <p:cNvSpPr txBox="1"/>
                <p:nvPr/>
              </p:nvSpPr>
              <p:spPr>
                <a:xfrm>
                  <a:off x="2545179" y="3404095"/>
                  <a:ext cx="337619" cy="3813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8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GB" sz="2800" noProof="0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25D696A-A611-38F1-C5A2-4BE5967858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5179" y="3404095"/>
                  <a:ext cx="337619" cy="38131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518FF55-9B07-43E8-0E06-6BF7CACABC59}"/>
                    </a:ext>
                  </a:extLst>
                </p:cNvPr>
                <p:cNvSpPr txBox="1"/>
                <p:nvPr/>
              </p:nvSpPr>
              <p:spPr>
                <a:xfrm>
                  <a:off x="3912662" y="3404095"/>
                  <a:ext cx="337619" cy="3813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8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GB" sz="2800" noProof="0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518FF55-9B07-43E8-0E06-6BF7CACABC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2662" y="3404095"/>
                  <a:ext cx="337619" cy="38131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19CC2A0-1598-5B71-0EFA-A1517F5FC881}"/>
                    </a:ext>
                  </a:extLst>
                </p:cNvPr>
                <p:cNvSpPr txBox="1"/>
                <p:nvPr/>
              </p:nvSpPr>
              <p:spPr>
                <a:xfrm>
                  <a:off x="4687334" y="3391372"/>
                  <a:ext cx="337619" cy="3813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8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GB" sz="2800" noProof="0" dirty="0"/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19CC2A0-1598-5B71-0EFA-A1517F5FC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7334" y="3391372"/>
                  <a:ext cx="337619" cy="38131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F25EDF1-2E6B-AD93-CBB9-D24792E6450E}"/>
                </a:ext>
              </a:extLst>
            </p:cNvPr>
            <p:cNvCxnSpPr>
              <a:cxnSpLocks/>
              <a:stCxn id="22" idx="0"/>
            </p:cNvCxnSpPr>
            <p:nvPr/>
          </p:nvCxnSpPr>
          <p:spPr>
            <a:xfrm flipV="1">
              <a:off x="454644" y="2874966"/>
              <a:ext cx="178104" cy="519412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8751102-F260-51AE-83DC-BBAA056E30EE}"/>
                </a:ext>
              </a:extLst>
            </p:cNvPr>
            <p:cNvCxnSpPr>
              <a:cxnSpLocks/>
              <a:stCxn id="30" idx="0"/>
            </p:cNvCxnSpPr>
            <p:nvPr/>
          </p:nvCxnSpPr>
          <p:spPr>
            <a:xfrm flipV="1">
              <a:off x="3420495" y="2865988"/>
              <a:ext cx="0" cy="226664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4594E53-6AF5-99CD-6EFF-C417C2A7C3F9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H="1" flipV="1">
              <a:off x="5325654" y="2796243"/>
              <a:ext cx="296578" cy="587880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F9D8208-5F26-8B31-2725-770052FCB1A3}"/>
                </a:ext>
              </a:extLst>
            </p:cNvPr>
            <p:cNvSpPr/>
            <p:nvPr/>
          </p:nvSpPr>
          <p:spPr>
            <a:xfrm>
              <a:off x="2890693" y="3092652"/>
              <a:ext cx="1059604" cy="226756"/>
            </a:xfrm>
            <a:prstGeom prst="roundRect">
              <a:avLst/>
            </a:prstGeom>
            <a:solidFill>
              <a:srgbClr val="C00000">
                <a:alpha val="1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noProof="0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EC027AC-960E-F057-4A8A-8017933AF37F}"/>
                </a:ext>
              </a:extLst>
            </p:cNvPr>
            <p:cNvCxnSpPr>
              <a:cxnSpLocks/>
              <a:stCxn id="19" idx="0"/>
              <a:endCxn id="30" idx="2"/>
            </p:cNvCxnSpPr>
            <p:nvPr/>
          </p:nvCxnSpPr>
          <p:spPr>
            <a:xfrm flipH="1" flipV="1">
              <a:off x="3420495" y="3319408"/>
              <a:ext cx="14717" cy="95972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FC5E54A-A6A1-2646-6A6E-2EEC2D1E6232}"/>
                </a:ext>
              </a:extLst>
            </p:cNvPr>
            <p:cNvSpPr txBox="1"/>
            <p:nvPr/>
          </p:nvSpPr>
          <p:spPr>
            <a:xfrm>
              <a:off x="2812647" y="3071718"/>
              <a:ext cx="1387642" cy="2723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noProof="0" dirty="0"/>
                <a:t>Optimal selection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0134E93-496B-017A-596F-941A33BF3AD7}"/>
                </a:ext>
              </a:extLst>
            </p:cNvPr>
            <p:cNvSpPr txBox="1"/>
            <p:nvPr/>
          </p:nvSpPr>
          <p:spPr>
            <a:xfrm>
              <a:off x="714515" y="3889655"/>
              <a:ext cx="2066738" cy="2723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noProof="0" dirty="0"/>
                <a:t>Machine Learning mediated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9B2B8C2-9ABE-56FE-36A7-BE122B4C1436}"/>
                </a:ext>
              </a:extLst>
            </p:cNvPr>
            <p:cNvCxnSpPr/>
            <p:nvPr/>
          </p:nvCxnSpPr>
          <p:spPr>
            <a:xfrm>
              <a:off x="75645" y="2815426"/>
              <a:ext cx="1535109" cy="0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B9FD54F-8E67-C1D9-622B-EB33F21C8B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850" y="1703805"/>
              <a:ext cx="0" cy="1196692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3157FEE-7622-71AE-9A51-D7BD2F94FF7E}"/>
                    </a:ext>
                  </a:extLst>
                </p:cNvPr>
                <p:cNvSpPr txBox="1"/>
                <p:nvPr/>
              </p:nvSpPr>
              <p:spPr>
                <a:xfrm>
                  <a:off x="1393480" y="2831301"/>
                  <a:ext cx="216303" cy="19065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1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GB" sz="140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GB" sz="1400" noProof="0" dirty="0"/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3157FEE-7622-71AE-9A51-D7BD2F94FF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3480" y="2831301"/>
                  <a:ext cx="216303" cy="190656"/>
                </a:xfrm>
                <a:prstGeom prst="rect">
                  <a:avLst/>
                </a:prstGeom>
                <a:blipFill>
                  <a:blip r:embed="rId15"/>
                  <a:stretch>
                    <a:fillRect l="-27500" b="-3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A9AD381-9934-E980-1DA6-87CAFEE6EC86}"/>
                    </a:ext>
                  </a:extLst>
                </p:cNvPr>
                <p:cNvSpPr txBox="1"/>
                <p:nvPr/>
              </p:nvSpPr>
              <p:spPr>
                <a:xfrm>
                  <a:off x="20200" y="1522656"/>
                  <a:ext cx="221693" cy="20569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1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GB" sz="1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GB" sz="1400" noProof="0" dirty="0"/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A9AD381-9934-E980-1DA6-87CAFEE6EC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00" y="1522656"/>
                  <a:ext cx="221693" cy="205693"/>
                </a:xfrm>
                <a:prstGeom prst="rect">
                  <a:avLst/>
                </a:prstGeom>
                <a:blipFill>
                  <a:blip r:embed="rId16"/>
                  <a:stretch>
                    <a:fillRect l="-24390" r="-4878" b="-2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B30F2FC-483B-6E4E-CC19-C065EA21549B}"/>
                </a:ext>
              </a:extLst>
            </p:cNvPr>
            <p:cNvCxnSpPr/>
            <p:nvPr/>
          </p:nvCxnSpPr>
          <p:spPr>
            <a:xfrm flipV="1">
              <a:off x="207239" y="2020368"/>
              <a:ext cx="0" cy="7772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E567BF7-768F-29EB-194E-A294C5F81240}"/>
                </a:ext>
              </a:extLst>
            </p:cNvPr>
            <p:cNvCxnSpPr/>
            <p:nvPr/>
          </p:nvCxnSpPr>
          <p:spPr>
            <a:xfrm flipV="1">
              <a:off x="454642" y="2008322"/>
              <a:ext cx="0" cy="7772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C9E84FC-9D9B-46AD-FCDA-6226D3C7A07E}"/>
                </a:ext>
              </a:extLst>
            </p:cNvPr>
            <p:cNvCxnSpPr/>
            <p:nvPr/>
          </p:nvCxnSpPr>
          <p:spPr>
            <a:xfrm flipV="1">
              <a:off x="753092" y="2020368"/>
              <a:ext cx="0" cy="7772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D14147A-B3F2-012D-1E7F-CB2580EB6F55}"/>
                </a:ext>
              </a:extLst>
            </p:cNvPr>
            <p:cNvCxnSpPr/>
            <p:nvPr/>
          </p:nvCxnSpPr>
          <p:spPr>
            <a:xfrm flipV="1">
              <a:off x="1066024" y="2020368"/>
              <a:ext cx="0" cy="7772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EBA0DBE-7154-78DE-860B-5344675414F3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39693" y="2370926"/>
              <a:ext cx="0" cy="864908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B6BE724-AABC-96E1-A4DA-E14783D3D6FF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54354" y="2129626"/>
              <a:ext cx="0" cy="864908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B9DB323-32B2-0FF6-A6F7-CB169AAD6067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39693" y="1858959"/>
              <a:ext cx="0" cy="864908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3E4F8E7-AF44-CBC0-166A-541FF099F6CF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29304" y="1592259"/>
              <a:ext cx="0" cy="864908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74E9044-3A10-1864-2C33-7214F2D16A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5689" y="2388685"/>
              <a:ext cx="125801" cy="125801"/>
            </a:xfrm>
            <a:prstGeom prst="ellipse">
              <a:avLst/>
            </a:prstGeom>
            <a:solidFill>
              <a:srgbClr val="C00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noProof="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867F8F3-8610-573C-F62A-C71248310EDF}"/>
                </a:ext>
              </a:extLst>
            </p:cNvPr>
            <p:cNvSpPr txBox="1"/>
            <p:nvPr/>
          </p:nvSpPr>
          <p:spPr>
            <a:xfrm>
              <a:off x="296280" y="1575063"/>
              <a:ext cx="1086566" cy="2996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noProof="0" dirty="0"/>
                <a:t>2D-DFT grid</a:t>
              </a:r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CBF5A6FF-275B-7E1E-D8CE-888C2A5FFB61}"/>
                </a:ext>
              </a:extLst>
            </p:cNvPr>
            <p:cNvSpPr/>
            <p:nvPr/>
          </p:nvSpPr>
          <p:spPr>
            <a:xfrm flipH="1">
              <a:off x="543696" y="1662411"/>
              <a:ext cx="914400" cy="1139036"/>
            </a:xfrm>
            <a:prstGeom prst="arc">
              <a:avLst>
                <a:gd name="adj1" fmla="val 18120323"/>
                <a:gd name="adj2" fmla="val 20045957"/>
              </a:avLst>
            </a:prstGeom>
            <a:ln w="63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2800" noProof="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B84D1EB-AF04-F0DA-D29E-3D1E2A36A0E5}"/>
                </a:ext>
              </a:extLst>
            </p:cNvPr>
            <p:cNvSpPr txBox="1"/>
            <p:nvPr/>
          </p:nvSpPr>
          <p:spPr>
            <a:xfrm>
              <a:off x="1083057" y="2268396"/>
              <a:ext cx="753542" cy="7353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noProof="0" dirty="0"/>
                <a:t>MU</a:t>
              </a:r>
            </a:p>
            <a:p>
              <a:r>
                <a:rPr lang="en-GB" sz="1600" noProof="0" dirty="0"/>
                <a:t>electric</a:t>
              </a:r>
            </a:p>
            <a:p>
              <a:r>
                <a:rPr lang="en-GB" sz="1600" noProof="0" dirty="0"/>
                <a:t>angle</a:t>
              </a:r>
            </a:p>
          </p:txBody>
        </p:sp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03830F58-102B-98AB-1CD6-2A4F9AF06837}"/>
                </a:ext>
              </a:extLst>
            </p:cNvPr>
            <p:cNvSpPr/>
            <p:nvPr/>
          </p:nvSpPr>
          <p:spPr>
            <a:xfrm flipH="1" flipV="1">
              <a:off x="581703" y="1884369"/>
              <a:ext cx="914400" cy="774746"/>
            </a:xfrm>
            <a:prstGeom prst="arc">
              <a:avLst>
                <a:gd name="adj1" fmla="val 15525863"/>
                <a:gd name="adj2" fmla="val 20045957"/>
              </a:avLst>
            </a:prstGeom>
            <a:ln w="63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2800" noProof="0" dirty="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387A912F-FCBD-B699-2F56-EA3DDBA2E269}"/>
                </a:ext>
              </a:extLst>
            </p:cNvPr>
            <p:cNvCxnSpPr/>
            <p:nvPr/>
          </p:nvCxnSpPr>
          <p:spPr>
            <a:xfrm>
              <a:off x="2590052" y="2834765"/>
              <a:ext cx="1535109" cy="0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FB76F50-9735-0FBE-E7A7-7C6255159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1257" y="1723144"/>
              <a:ext cx="0" cy="1196692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0A4CA119-4E76-21A1-0BC5-30EF65A87610}"/>
                    </a:ext>
                  </a:extLst>
                </p:cNvPr>
                <p:cNvSpPr txBox="1"/>
                <p:nvPr/>
              </p:nvSpPr>
              <p:spPr>
                <a:xfrm>
                  <a:off x="3907887" y="2850640"/>
                  <a:ext cx="216303" cy="19065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1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GB" sz="140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GB" sz="1400" noProof="0" dirty="0"/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0A4CA119-4E76-21A1-0BC5-30EF65A876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7887" y="2850640"/>
                  <a:ext cx="216303" cy="190656"/>
                </a:xfrm>
                <a:prstGeom prst="rect">
                  <a:avLst/>
                </a:prstGeom>
                <a:blipFill>
                  <a:blip r:embed="rId17"/>
                  <a:stretch>
                    <a:fillRect l="-27500" b="-3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BA08110-2242-B54F-2C9B-556B768DC06C}"/>
                    </a:ext>
                  </a:extLst>
                </p:cNvPr>
                <p:cNvSpPr txBox="1"/>
                <p:nvPr/>
              </p:nvSpPr>
              <p:spPr>
                <a:xfrm>
                  <a:off x="2534607" y="1541995"/>
                  <a:ext cx="221693" cy="20569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1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GB" sz="1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GB" sz="1400" noProof="0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BA08110-2242-B54F-2C9B-556B768DC0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4607" y="1541995"/>
                  <a:ext cx="221693" cy="205693"/>
                </a:xfrm>
                <a:prstGeom prst="rect">
                  <a:avLst/>
                </a:prstGeom>
                <a:blipFill>
                  <a:blip r:embed="rId16"/>
                  <a:stretch>
                    <a:fillRect l="-24390" r="-4878" b="-26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B3FAA22-9ED1-722D-5166-EA7B922F83BD}"/>
                </a:ext>
              </a:extLst>
            </p:cNvPr>
            <p:cNvGrpSpPr/>
            <p:nvPr/>
          </p:nvGrpSpPr>
          <p:grpSpPr>
            <a:xfrm>
              <a:off x="2819207" y="1919711"/>
              <a:ext cx="889958" cy="795058"/>
              <a:chOff x="2177857" y="2204393"/>
              <a:chExt cx="889958" cy="795058"/>
            </a:xfrm>
          </p:grpSpPr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29518DAA-5894-56F8-3718-DF66CF4D78D6}"/>
                  </a:ext>
                </a:extLst>
              </p:cNvPr>
              <p:cNvCxnSpPr/>
              <p:nvPr/>
            </p:nvCxnSpPr>
            <p:spPr>
              <a:xfrm flipV="1">
                <a:off x="2188246" y="2216439"/>
                <a:ext cx="0" cy="77724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BF87C27D-F349-49F6-DCB9-B2CFA77966F3}"/>
                  </a:ext>
                </a:extLst>
              </p:cNvPr>
              <p:cNvCxnSpPr/>
              <p:nvPr/>
            </p:nvCxnSpPr>
            <p:spPr>
              <a:xfrm flipV="1">
                <a:off x="2435649" y="2204393"/>
                <a:ext cx="0" cy="77724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44B35C78-4AEB-5774-1007-4C59C5042129}"/>
                  </a:ext>
                </a:extLst>
              </p:cNvPr>
              <p:cNvCxnSpPr/>
              <p:nvPr/>
            </p:nvCxnSpPr>
            <p:spPr>
              <a:xfrm flipV="1">
                <a:off x="2734099" y="2216439"/>
                <a:ext cx="0" cy="77724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5483D829-D1F3-49D4-511C-C992D3CA9F7E}"/>
                  </a:ext>
                </a:extLst>
              </p:cNvPr>
              <p:cNvCxnSpPr/>
              <p:nvPr/>
            </p:nvCxnSpPr>
            <p:spPr>
              <a:xfrm flipV="1">
                <a:off x="3047031" y="2216439"/>
                <a:ext cx="0" cy="77724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9F576439-46E7-81EB-DF2C-134724AE874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2620700" y="2566997"/>
                <a:ext cx="0" cy="86490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448B2179-81CC-3D0B-16BF-D5BBA04D5FB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2635361" y="2325697"/>
                <a:ext cx="0" cy="86490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32BFED0C-CD68-4FB9-DCE2-0C088CC0B8C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2620700" y="2055030"/>
                <a:ext cx="0" cy="86490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297EE3FA-8504-3625-1D51-11E1EB1B2B8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2610311" y="1788330"/>
                <a:ext cx="0" cy="86490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B407E1C-537E-FDE1-EF5E-24E67F0C1B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20096" y="2408024"/>
              <a:ext cx="125801" cy="125801"/>
            </a:xfrm>
            <a:prstGeom prst="ellipse">
              <a:avLst/>
            </a:prstGeom>
            <a:solidFill>
              <a:srgbClr val="C00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noProof="0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F2ABDE7-A77F-03A9-5925-A5A990075F16}"/>
                </a:ext>
              </a:extLst>
            </p:cNvPr>
            <p:cNvCxnSpPr/>
            <p:nvPr/>
          </p:nvCxnSpPr>
          <p:spPr>
            <a:xfrm>
              <a:off x="4672454" y="2785562"/>
              <a:ext cx="1535109" cy="0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8D5EEE83-B8E3-77C5-35D7-397424E76A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3659" y="1673941"/>
              <a:ext cx="0" cy="1196692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64E8B2E-65D2-A0B9-36DC-2D4E5458AF5B}"/>
                    </a:ext>
                  </a:extLst>
                </p:cNvPr>
                <p:cNvSpPr txBox="1"/>
                <p:nvPr/>
              </p:nvSpPr>
              <p:spPr>
                <a:xfrm>
                  <a:off x="5990289" y="2801437"/>
                  <a:ext cx="216303" cy="19065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1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GB" sz="140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GB" sz="1400" noProof="0" dirty="0"/>
                </a:p>
              </p:txBody>
            </p:sp>
          </mc:Choice>
          <mc:Fallback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64E8B2E-65D2-A0B9-36DC-2D4E5458AF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0289" y="2801437"/>
                  <a:ext cx="216303" cy="190656"/>
                </a:xfrm>
                <a:prstGeom prst="rect">
                  <a:avLst/>
                </a:prstGeom>
                <a:blipFill>
                  <a:blip r:embed="rId18"/>
                  <a:stretch>
                    <a:fillRect l="-27500" b="-30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B4A9A100-2820-8FD5-E721-64D26DE5A520}"/>
                    </a:ext>
                  </a:extLst>
                </p:cNvPr>
                <p:cNvSpPr txBox="1"/>
                <p:nvPr/>
              </p:nvSpPr>
              <p:spPr>
                <a:xfrm>
                  <a:off x="4617009" y="1492792"/>
                  <a:ext cx="221693" cy="20569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1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GB" sz="1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GB" sz="1400" noProof="0" dirty="0"/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B4A9A100-2820-8FD5-E721-64D26DE5A5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7009" y="1492792"/>
                  <a:ext cx="221693" cy="205693"/>
                </a:xfrm>
                <a:prstGeom prst="rect">
                  <a:avLst/>
                </a:prstGeom>
                <a:blipFill>
                  <a:blip r:embed="rId19"/>
                  <a:stretch>
                    <a:fillRect l="-24390" r="-4878" b="-236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F167515-0ACE-BB75-2F26-1A7798029B35}"/>
                </a:ext>
              </a:extLst>
            </p:cNvPr>
            <p:cNvGrpSpPr/>
            <p:nvPr/>
          </p:nvGrpSpPr>
          <p:grpSpPr>
            <a:xfrm>
              <a:off x="5054009" y="1737158"/>
              <a:ext cx="889958" cy="795058"/>
              <a:chOff x="2177857" y="2204393"/>
              <a:chExt cx="889958" cy="795058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8BD3191F-FC7D-A097-0FDE-45DC6D481376}"/>
                  </a:ext>
                </a:extLst>
              </p:cNvPr>
              <p:cNvCxnSpPr/>
              <p:nvPr/>
            </p:nvCxnSpPr>
            <p:spPr>
              <a:xfrm flipV="1">
                <a:off x="2188246" y="2216439"/>
                <a:ext cx="0" cy="77724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40A6C510-F0EB-6555-6E7F-2427BB389C12}"/>
                  </a:ext>
                </a:extLst>
              </p:cNvPr>
              <p:cNvCxnSpPr/>
              <p:nvPr/>
            </p:nvCxnSpPr>
            <p:spPr>
              <a:xfrm flipV="1">
                <a:off x="2435649" y="2204393"/>
                <a:ext cx="0" cy="77724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E3B516BD-34CD-D226-2D9D-2028EEE943F4}"/>
                  </a:ext>
                </a:extLst>
              </p:cNvPr>
              <p:cNvCxnSpPr/>
              <p:nvPr/>
            </p:nvCxnSpPr>
            <p:spPr>
              <a:xfrm flipV="1">
                <a:off x="2734099" y="2216439"/>
                <a:ext cx="0" cy="77724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B36EC399-49DB-D0F0-4ECF-497144DACFBE}"/>
                  </a:ext>
                </a:extLst>
              </p:cNvPr>
              <p:cNvCxnSpPr/>
              <p:nvPr/>
            </p:nvCxnSpPr>
            <p:spPr>
              <a:xfrm flipV="1">
                <a:off x="3047031" y="2216439"/>
                <a:ext cx="0" cy="77724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595E7B02-A6D9-5EF7-DF5C-11CE131E895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2620700" y="2566997"/>
                <a:ext cx="0" cy="86490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0070FA2C-BA49-3BE9-4E3C-CD9CC87DB12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2635361" y="2325697"/>
                <a:ext cx="0" cy="86490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86C02C2-DBA7-7A54-77A9-0D28639640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2620700" y="2055030"/>
                <a:ext cx="0" cy="86490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01FD36E1-6C77-637E-A080-D85A357C3D4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2610311" y="1788330"/>
                <a:ext cx="0" cy="86490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3DC245D-F45E-6A29-85DF-0BD6F83C27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02498" y="2358821"/>
              <a:ext cx="125801" cy="125801"/>
            </a:xfrm>
            <a:prstGeom prst="ellipse">
              <a:avLst/>
            </a:prstGeom>
            <a:solidFill>
              <a:srgbClr val="C00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noProof="0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31E6C8FE-71CF-A8E4-5DD9-A2A4E38E69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3477" y="1482302"/>
              <a:ext cx="0" cy="333509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BDA8EFC0-77DE-9B58-E5A8-27FF0BEDB2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9415" y="1306858"/>
              <a:ext cx="0" cy="333509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644B10F7-381A-5667-3F57-550FE7A645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091" y="1306858"/>
              <a:ext cx="0" cy="333509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9B97149A-38D4-BDC3-E8EB-D6B8EBD33C7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47164" y="875765"/>
            <a:ext cx="1058696" cy="1085584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B0141ADD-1EEE-C3FA-F2B2-763B7F2DAA75}"/>
              </a:ext>
            </a:extLst>
          </p:cNvPr>
          <p:cNvSpPr txBox="1"/>
          <p:nvPr/>
        </p:nvSpPr>
        <p:spPr>
          <a:xfrm>
            <a:off x="2931372" y="542483"/>
            <a:ext cx="797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SIM 1</a:t>
            </a:r>
            <a:endParaRPr lang="en-GB" sz="1400" noProof="0" dirty="0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87028746-BA88-0418-A669-21610A18A4E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69352" y="479139"/>
            <a:ext cx="1058696" cy="1085584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1AA346A1-9F0F-14AB-265C-0D8B29453245}"/>
              </a:ext>
            </a:extLst>
          </p:cNvPr>
          <p:cNvSpPr txBox="1"/>
          <p:nvPr/>
        </p:nvSpPr>
        <p:spPr>
          <a:xfrm>
            <a:off x="1369357" y="139071"/>
            <a:ext cx="797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SIM 2</a:t>
            </a:r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3EC9B41-B72E-AB46-937B-DD916407A80C}"/>
                  </a:ext>
                </a:extLst>
              </p:cNvPr>
              <p:cNvSpPr txBox="1"/>
              <p:nvPr/>
            </p:nvSpPr>
            <p:spPr>
              <a:xfrm>
                <a:off x="2963547" y="1219679"/>
                <a:ext cx="967430" cy="307777"/>
              </a:xfrm>
              <a:prstGeom prst="rect">
                <a:avLst/>
              </a:prstGeom>
              <a:solidFill>
                <a:srgbClr val="FFFFFF">
                  <a:alpha val="48000"/>
                </a:srgb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GB" sz="1400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GB" sz="1400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GB" sz="1400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DFT</m:t>
                      </m:r>
                    </m:oMath>
                  </m:oMathPara>
                </a14:m>
                <a:endParaRPr lang="en-GB" sz="1400" noProof="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3EC9B41-B72E-AB46-937B-DD916407A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547" y="1219679"/>
                <a:ext cx="967430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Box 86">
            <a:extLst>
              <a:ext uri="{FF2B5EF4-FFF2-40B4-BE49-F238E27FC236}">
                <a16:creationId xmlns:a16="http://schemas.microsoft.com/office/drawing/2014/main" id="{5009E7FA-9A6D-0200-56AA-0346FC091899}"/>
              </a:ext>
            </a:extLst>
          </p:cNvPr>
          <p:cNvSpPr txBox="1"/>
          <p:nvPr/>
        </p:nvSpPr>
        <p:spPr>
          <a:xfrm>
            <a:off x="1504460" y="715505"/>
            <a:ext cx="838563" cy="523220"/>
          </a:xfrm>
          <a:prstGeom prst="rect">
            <a:avLst/>
          </a:prstGeom>
          <a:solidFill>
            <a:srgbClr val="FFFFFF">
              <a:alpha val="48000"/>
            </a:srgb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1400" noProof="0" dirty="0"/>
              <a:t>Neural</a:t>
            </a:r>
          </a:p>
          <a:p>
            <a:pPr algn="ctr"/>
            <a:r>
              <a:rPr lang="en-GB" sz="1400" noProof="0" dirty="0"/>
              <a:t>Network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36CC1BFA-2ABF-8D21-1B9B-5977275EE93D}"/>
              </a:ext>
            </a:extLst>
          </p:cNvPr>
          <p:cNvSpPr/>
          <p:nvPr/>
        </p:nvSpPr>
        <p:spPr>
          <a:xfrm>
            <a:off x="1880144" y="2371867"/>
            <a:ext cx="906314" cy="566142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1B5EBD80-1C47-964C-51C8-4A14AA2C24A3}"/>
              </a:ext>
            </a:extLst>
          </p:cNvPr>
          <p:cNvCxnSpPr>
            <a:cxnSpLocks/>
            <a:stCxn id="147" idx="3"/>
          </p:cNvCxnSpPr>
          <p:nvPr/>
        </p:nvCxnSpPr>
        <p:spPr>
          <a:xfrm flipV="1">
            <a:off x="3495715" y="2041091"/>
            <a:ext cx="401272" cy="594185"/>
          </a:xfrm>
          <a:prstGeom prst="bentConnector2">
            <a:avLst/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4B86F945-C0E7-F124-465C-1C1A8B25FFD2}"/>
                  </a:ext>
                </a:extLst>
              </p:cNvPr>
              <p:cNvSpPr txBox="1"/>
              <p:nvPr/>
            </p:nvSpPr>
            <p:spPr>
              <a:xfrm>
                <a:off x="3527403" y="2192294"/>
                <a:ext cx="737089" cy="317203"/>
              </a:xfrm>
              <a:prstGeom prst="rect">
                <a:avLst/>
              </a:prstGeom>
              <a:solidFill>
                <a:srgbClr val="FFFFFF">
                  <a:alpha val="85000"/>
                </a:srgb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400" b="1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𝜰</m:t>
                          </m:r>
                        </m:e>
                        <m:sub>
                          <m:r>
                            <a:rPr lang="en-GB" sz="1400" i="1" noProof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 noProof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400" i="1" noProof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noProof="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4B86F945-C0E7-F124-465C-1C1A8B25F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403" y="2192294"/>
                <a:ext cx="737089" cy="317203"/>
              </a:xfrm>
              <a:prstGeom prst="rect">
                <a:avLst/>
              </a:prstGeom>
              <a:blipFill>
                <a:blip r:embed="rId22"/>
                <a:stretch>
                  <a:fillRect b="-370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ight Brace 90">
            <a:extLst>
              <a:ext uri="{FF2B5EF4-FFF2-40B4-BE49-F238E27FC236}">
                <a16:creationId xmlns:a16="http://schemas.microsoft.com/office/drawing/2014/main" id="{495CF1BD-0A9A-5F6F-5EFD-8AF8E184D585}"/>
              </a:ext>
            </a:extLst>
          </p:cNvPr>
          <p:cNvSpPr/>
          <p:nvPr/>
        </p:nvSpPr>
        <p:spPr>
          <a:xfrm rot="5400000">
            <a:off x="395211" y="732228"/>
            <a:ext cx="256841" cy="914068"/>
          </a:xfrm>
          <a:prstGeom prst="rightBrace">
            <a:avLst>
              <a:gd name="adj1" fmla="val 21960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91E3A45-FE5D-B930-3E57-02EA388DCAE1}"/>
              </a:ext>
            </a:extLst>
          </p:cNvPr>
          <p:cNvSpPr txBox="1"/>
          <p:nvPr/>
        </p:nvSpPr>
        <p:spPr>
          <a:xfrm>
            <a:off x="1885745" y="2488700"/>
            <a:ext cx="906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Q-Table</a:t>
            </a:r>
            <a:endParaRPr lang="en-GB" sz="1400" noProof="0" dirty="0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2A9524F-584D-2A64-4E84-E66C20D89B3F}"/>
              </a:ext>
            </a:extLst>
          </p:cNvPr>
          <p:cNvGrpSpPr>
            <a:grpSpLocks noChangeAspect="1"/>
          </p:cNvGrpSpPr>
          <p:nvPr/>
        </p:nvGrpSpPr>
        <p:grpSpPr>
          <a:xfrm>
            <a:off x="4170188" y="2663723"/>
            <a:ext cx="629767" cy="630921"/>
            <a:chOff x="3837320" y="2577311"/>
            <a:chExt cx="1214148" cy="1216373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89DED7C6-6C71-409E-FC3C-FCBA881984AA}"/>
                </a:ext>
              </a:extLst>
            </p:cNvPr>
            <p:cNvSpPr/>
            <p:nvPr/>
          </p:nvSpPr>
          <p:spPr>
            <a:xfrm>
              <a:off x="3837320" y="3466506"/>
              <a:ext cx="1214148" cy="327178"/>
            </a:xfrm>
            <a:prstGeom prst="ellipse">
              <a:avLst/>
            </a:prstGeom>
            <a:solidFill>
              <a:srgbClr val="FFE6CB"/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9410C428-E543-1B85-8293-B59C15AA924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53780" y="2949988"/>
              <a:ext cx="804417" cy="713070"/>
              <a:chOff x="1758028" y="3687481"/>
              <a:chExt cx="1312148" cy="1163145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810A9511-E345-08E9-30D3-582557CB16D1}"/>
                  </a:ext>
                </a:extLst>
              </p:cNvPr>
              <p:cNvGrpSpPr/>
              <p:nvPr/>
            </p:nvGrpSpPr>
            <p:grpSpPr>
              <a:xfrm>
                <a:off x="2615571" y="4393426"/>
                <a:ext cx="454605" cy="457200"/>
                <a:chOff x="2615571" y="4393426"/>
                <a:chExt cx="454605" cy="457200"/>
              </a:xfrm>
            </p:grpSpPr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79014CA8-1625-5800-9DC8-93E88151E9FB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AF1EA1F1-567A-3A66-9B5E-148F39FE6BB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96F6946A-4276-33D0-509C-DC2155A7A29F}"/>
                  </a:ext>
                </a:extLst>
              </p:cNvPr>
              <p:cNvGrpSpPr/>
              <p:nvPr/>
            </p:nvGrpSpPr>
            <p:grpSpPr>
              <a:xfrm>
                <a:off x="1758028" y="4383486"/>
                <a:ext cx="454605" cy="457200"/>
                <a:chOff x="2615571" y="4393426"/>
                <a:chExt cx="454605" cy="457200"/>
              </a:xfrm>
            </p:grpSpPr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38680B4F-8338-1550-F427-BAEB0DB13CC1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C7B46E8B-CD3E-A7BF-95C5-18EFF86551B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</p:grp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C4F5075C-45B2-AABB-6B2A-4FD0FAB3021C}"/>
                  </a:ext>
                </a:extLst>
              </p:cNvPr>
              <p:cNvCxnSpPr>
                <a:stCxn id="116" idx="6"/>
                <a:endCxn id="118" idx="2"/>
              </p:cNvCxnSpPr>
              <p:nvPr/>
            </p:nvCxnSpPr>
            <p:spPr>
              <a:xfrm>
                <a:off x="2212633" y="4612086"/>
                <a:ext cx="402938" cy="994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B511E6C5-2DE3-2D24-3D38-DD4556A79DDC}"/>
                  </a:ext>
                </a:extLst>
              </p:cNvPr>
              <p:cNvCxnSpPr>
                <a:cxnSpLocks/>
                <a:stCxn id="116" idx="0"/>
              </p:cNvCxnSpPr>
              <p:nvPr/>
            </p:nvCxnSpPr>
            <p:spPr>
              <a:xfrm flipV="1">
                <a:off x="1985331" y="4223565"/>
                <a:ext cx="0" cy="159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47453932-4002-1AE1-6D35-E34EA85FF6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83863" y="4120488"/>
                <a:ext cx="118781" cy="11260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02769C32-65D3-E6A6-0319-5133033122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02644" y="4120488"/>
                <a:ext cx="74314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10E2A601-F0C0-6172-8456-00F6DD645422}"/>
                  </a:ext>
                </a:extLst>
              </p:cNvPr>
              <p:cNvCxnSpPr>
                <a:cxnSpLocks/>
                <a:stCxn id="118" idx="0"/>
              </p:cNvCxnSpPr>
              <p:nvPr/>
            </p:nvCxnSpPr>
            <p:spPr>
              <a:xfrm flipV="1">
                <a:off x="2842874" y="4120488"/>
                <a:ext cx="5839" cy="27293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9ADF8AB6-92E9-4E08-A3F8-B0B87B823606}"/>
                  </a:ext>
                </a:extLst>
              </p:cNvPr>
              <p:cNvCxnSpPr/>
              <p:nvPr/>
            </p:nvCxnSpPr>
            <p:spPr>
              <a:xfrm>
                <a:off x="1981482" y="4303525"/>
                <a:ext cx="34579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98B73848-7DE6-9008-7DEA-540ED638FF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3356" y="4120488"/>
                <a:ext cx="214398" cy="18303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FBE53108-E53D-043F-C09E-C47A562217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6967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8F351643-D9A8-B9ED-2DE5-E7E8620BD6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15571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E2023513-4993-7A6B-B945-3E20A0591A9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94458" y="3687481"/>
                <a:ext cx="200126" cy="201267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250C3F21-3C80-46AF-8EA2-5C9DCCAABD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4531" y="3732390"/>
                <a:ext cx="131835" cy="132589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49A345AA-79E8-0336-71FE-50EF95E3F2DB}"/>
                  </a:ext>
                </a:extLst>
              </p:cNvPr>
              <p:cNvCxnSpPr>
                <a:stCxn id="108" idx="4"/>
                <a:endCxn id="109" idx="4"/>
              </p:cNvCxnSpPr>
              <p:nvPr/>
            </p:nvCxnSpPr>
            <p:spPr>
              <a:xfrm flipH="1" flipV="1">
                <a:off x="2140449" y="3864979"/>
                <a:ext cx="454072" cy="2376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3E4C507C-2368-7CD2-D3B8-2097E24F2C4A}"/>
                  </a:ext>
                </a:extLst>
              </p:cNvPr>
              <p:cNvCxnSpPr>
                <a:cxnSpLocks/>
                <a:stCxn id="108" idx="0"/>
                <a:endCxn id="109" idx="0"/>
              </p:cNvCxnSpPr>
              <p:nvPr/>
            </p:nvCxnSpPr>
            <p:spPr>
              <a:xfrm flipH="1">
                <a:off x="2140450" y="3687481"/>
                <a:ext cx="454071" cy="4491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9D8BB5BF-1899-4769-C82E-45F8FCFAFF1E}"/>
                  </a:ext>
                </a:extLst>
              </p:cNvPr>
              <p:cNvCxnSpPr>
                <a:stCxn id="109" idx="2"/>
              </p:cNvCxnSpPr>
              <p:nvPr/>
            </p:nvCxnSpPr>
            <p:spPr>
              <a:xfrm flipH="1" flipV="1">
                <a:off x="1981482" y="3798684"/>
                <a:ext cx="93049" cy="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1F9D926C-E078-0DDD-55DD-E514B5080C32}"/>
                  </a:ext>
                </a:extLst>
              </p:cNvPr>
              <p:cNvCxnSpPr/>
              <p:nvPr/>
            </p:nvCxnSpPr>
            <p:spPr>
              <a:xfrm flipV="1">
                <a:off x="1981482" y="3709935"/>
                <a:ext cx="0" cy="16475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7B5D27BB-5663-E96B-FD7C-6D52F0200A67}"/>
                  </a:ext>
                </a:extLst>
              </p:cNvPr>
              <p:cNvCxnSpPr/>
              <p:nvPr/>
            </p:nvCxnSpPr>
            <p:spPr>
              <a:xfrm flipH="1">
                <a:off x="1840706" y="3709935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B9F8624F-EB9B-AEB8-2CB6-BBB4D93944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45353" y="3838066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6" name="Graphic 95" descr="Wireless with solid fill">
              <a:extLst>
                <a:ext uri="{FF2B5EF4-FFF2-40B4-BE49-F238E27FC236}">
                  <a16:creationId xmlns:a16="http://schemas.microsoft.com/office/drawing/2014/main" id="{DCC49E2D-F7D1-A5CE-01C4-7D40225CF2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rot="20955696">
              <a:off x="4232021" y="2577311"/>
              <a:ext cx="322586" cy="297515"/>
            </a:xfrm>
            <a:prstGeom prst="rect">
              <a:avLst/>
            </a:prstGeom>
          </p:spPr>
        </p:pic>
      </p:grp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7F8C15D-981B-1B9A-5ECF-380F7B300B77}"/>
              </a:ext>
            </a:extLst>
          </p:cNvPr>
          <p:cNvSpPr/>
          <p:nvPr/>
        </p:nvSpPr>
        <p:spPr>
          <a:xfrm>
            <a:off x="307678" y="574178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5C5F4D6-3688-CD5F-0F34-085FE88042F3}"/>
              </a:ext>
            </a:extLst>
          </p:cNvPr>
          <p:cNvSpPr/>
          <p:nvPr/>
        </p:nvSpPr>
        <p:spPr>
          <a:xfrm>
            <a:off x="308537" y="816149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CFB1C5E-C22C-DDC8-7340-30DF5D720E52}"/>
              </a:ext>
            </a:extLst>
          </p:cNvPr>
          <p:cNvSpPr/>
          <p:nvPr/>
        </p:nvSpPr>
        <p:spPr>
          <a:xfrm>
            <a:off x="524732" y="576095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18E1414-9673-D60B-EA08-A3A857905280}"/>
              </a:ext>
            </a:extLst>
          </p:cNvPr>
          <p:cNvSpPr/>
          <p:nvPr/>
        </p:nvSpPr>
        <p:spPr>
          <a:xfrm>
            <a:off x="525591" y="818066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ABB98B9-41C6-7399-DC8A-853AB569B3DA}"/>
              </a:ext>
            </a:extLst>
          </p:cNvPr>
          <p:cNvGrpSpPr/>
          <p:nvPr/>
        </p:nvGrpSpPr>
        <p:grpSpPr>
          <a:xfrm rot="5400000">
            <a:off x="705872" y="557127"/>
            <a:ext cx="94279" cy="428376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125" name="Arc 124">
              <a:extLst>
                <a:ext uri="{FF2B5EF4-FFF2-40B4-BE49-F238E27FC236}">
                  <a16:creationId xmlns:a16="http://schemas.microsoft.com/office/drawing/2014/main" id="{547F3389-AD0D-5F10-535D-8FE93606E822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C913AF5-05EA-8864-141A-9F5C5A3021C4}"/>
                </a:ext>
              </a:extLst>
            </p:cNvPr>
            <p:cNvCxnSpPr>
              <a:cxnSpLocks/>
              <a:stCxn id="125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6962EACB-E43A-5A51-430E-9AC9948479DD}"/>
                </a:ext>
              </a:extLst>
            </p:cNvPr>
            <p:cNvCxnSpPr>
              <a:cxnSpLocks/>
              <a:stCxn id="125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65025C2-EB66-5E4A-6CB1-09FA458955A7}"/>
              </a:ext>
            </a:extLst>
          </p:cNvPr>
          <p:cNvGrpSpPr/>
          <p:nvPr/>
        </p:nvGrpSpPr>
        <p:grpSpPr>
          <a:xfrm rot="6900000">
            <a:off x="692481" y="667835"/>
            <a:ext cx="94279" cy="428376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129" name="Arc 128">
              <a:extLst>
                <a:ext uri="{FF2B5EF4-FFF2-40B4-BE49-F238E27FC236}">
                  <a16:creationId xmlns:a16="http://schemas.microsoft.com/office/drawing/2014/main" id="{DA71EBAC-6ECB-0308-3B78-B1E8E5494ED2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E7D600E6-E013-7DC5-B76F-C19CE29147FD}"/>
                </a:ext>
              </a:extLst>
            </p:cNvPr>
            <p:cNvCxnSpPr>
              <a:cxnSpLocks/>
              <a:stCxn id="129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32B62E99-10F0-16C9-C3C9-16E938DBC5AC}"/>
                </a:ext>
              </a:extLst>
            </p:cNvPr>
            <p:cNvCxnSpPr>
              <a:cxnSpLocks/>
              <a:stCxn id="129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57C813F-08A3-5E0B-5DFD-290F3682645B}"/>
              </a:ext>
            </a:extLst>
          </p:cNvPr>
          <p:cNvGrpSpPr/>
          <p:nvPr/>
        </p:nvGrpSpPr>
        <p:grpSpPr>
          <a:xfrm rot="4020000">
            <a:off x="712306" y="447518"/>
            <a:ext cx="94279" cy="428376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133" name="Arc 132">
              <a:extLst>
                <a:ext uri="{FF2B5EF4-FFF2-40B4-BE49-F238E27FC236}">
                  <a16:creationId xmlns:a16="http://schemas.microsoft.com/office/drawing/2014/main" id="{D5234CC5-0F1F-699A-A664-E9652C830B74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B72C143-94A9-76B1-DDD1-F444DA41BD90}"/>
                </a:ext>
              </a:extLst>
            </p:cNvPr>
            <p:cNvCxnSpPr>
              <a:cxnSpLocks/>
              <a:stCxn id="133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974BB72-24F4-ADA0-82D3-6CE8A1D66EC5}"/>
                </a:ext>
              </a:extLst>
            </p:cNvPr>
            <p:cNvCxnSpPr>
              <a:cxnSpLocks/>
              <a:stCxn id="133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8B91CEFF-41FD-4048-EA19-FB148702BD0B}"/>
              </a:ext>
            </a:extLst>
          </p:cNvPr>
          <p:cNvSpPr/>
          <p:nvPr/>
        </p:nvSpPr>
        <p:spPr>
          <a:xfrm>
            <a:off x="90242" y="1667830"/>
            <a:ext cx="781415" cy="293519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C7F1DF8-FED5-7068-4F3E-07B947FF29CE}"/>
              </a:ext>
            </a:extLst>
          </p:cNvPr>
          <p:cNvSpPr txBox="1"/>
          <p:nvPr/>
        </p:nvSpPr>
        <p:spPr>
          <a:xfrm>
            <a:off x="38367" y="1643318"/>
            <a:ext cx="906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Rectifier</a:t>
            </a:r>
            <a:endParaRPr lang="en-GB" sz="1400" noProof="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BB0E31F-A3E8-C983-0A84-07F4F01D08D7}"/>
              </a:ext>
            </a:extLst>
          </p:cNvPr>
          <p:cNvSpPr txBox="1"/>
          <p:nvPr/>
        </p:nvSpPr>
        <p:spPr>
          <a:xfrm>
            <a:off x="51271" y="2364935"/>
            <a:ext cx="9745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Envelope</a:t>
            </a:r>
          </a:p>
          <a:p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detector</a:t>
            </a:r>
            <a:endParaRPr lang="en-GB" sz="1200" noProof="0" dirty="0"/>
          </a:p>
        </p:txBody>
      </p: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9CD9F8B0-902E-3C40-07E3-07966436D781}"/>
              </a:ext>
            </a:extLst>
          </p:cNvPr>
          <p:cNvCxnSpPr>
            <a:cxnSpLocks/>
            <a:endCxn id="136" idx="0"/>
          </p:cNvCxnSpPr>
          <p:nvPr/>
        </p:nvCxnSpPr>
        <p:spPr>
          <a:xfrm rot="5400000">
            <a:off x="334421" y="1521301"/>
            <a:ext cx="303729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713388D1-9FF2-4780-ABC4-1D14B2BCF1C0}"/>
              </a:ext>
            </a:extLst>
          </p:cNvPr>
          <p:cNvSpPr/>
          <p:nvPr/>
        </p:nvSpPr>
        <p:spPr>
          <a:xfrm>
            <a:off x="33698" y="2364017"/>
            <a:ext cx="906858" cy="587010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FAB06CDD-BD20-0F70-761C-3378113AFC58}"/>
              </a:ext>
            </a:extLst>
          </p:cNvPr>
          <p:cNvCxnSpPr>
            <a:cxnSpLocks/>
            <a:stCxn id="137" idx="2"/>
            <a:endCxn id="140" idx="0"/>
          </p:cNvCxnSpPr>
          <p:nvPr/>
        </p:nvCxnSpPr>
        <p:spPr>
          <a:xfrm rot="5400000">
            <a:off x="283001" y="2155222"/>
            <a:ext cx="412922" cy="466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9826185D-8E2A-F21B-A09B-521361C5AD08}"/>
              </a:ext>
            </a:extLst>
          </p:cNvPr>
          <p:cNvSpPr/>
          <p:nvPr/>
        </p:nvSpPr>
        <p:spPr>
          <a:xfrm>
            <a:off x="1183534" y="2447726"/>
            <a:ext cx="525799" cy="431994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A2A7192-B11C-623D-DACB-723DF1B7671E}"/>
              </a:ext>
            </a:extLst>
          </p:cNvPr>
          <p:cNvSpPr txBox="1"/>
          <p:nvPr/>
        </p:nvSpPr>
        <p:spPr>
          <a:xfrm>
            <a:off x="1194836" y="2490871"/>
            <a:ext cx="520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ADC</a:t>
            </a:r>
            <a:endParaRPr lang="en-GB" sz="1400" noProof="0" dirty="0"/>
          </a:p>
        </p:txBody>
      </p: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DA7711FD-11EE-0C54-2E7D-3746AE936A31}"/>
              </a:ext>
            </a:extLst>
          </p:cNvPr>
          <p:cNvCxnSpPr>
            <a:cxnSpLocks/>
            <a:stCxn id="140" idx="3"/>
            <a:endCxn id="143" idx="1"/>
          </p:cNvCxnSpPr>
          <p:nvPr/>
        </p:nvCxnSpPr>
        <p:spPr>
          <a:xfrm flipV="1">
            <a:off x="940556" y="2644760"/>
            <a:ext cx="254280" cy="127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7CABC240-1889-48B4-8C23-866EBEFC0FC3}"/>
              </a:ext>
            </a:extLst>
          </p:cNvPr>
          <p:cNvCxnSpPr>
            <a:cxnSpLocks/>
            <a:stCxn id="143" idx="3"/>
            <a:endCxn id="88" idx="1"/>
          </p:cNvCxnSpPr>
          <p:nvPr/>
        </p:nvCxnSpPr>
        <p:spPr>
          <a:xfrm>
            <a:off x="1714934" y="2644760"/>
            <a:ext cx="165210" cy="1017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E3738259-DF4F-8857-295B-2C9F3D4D63AC}"/>
              </a:ext>
            </a:extLst>
          </p:cNvPr>
          <p:cNvSpPr/>
          <p:nvPr/>
        </p:nvSpPr>
        <p:spPr>
          <a:xfrm>
            <a:off x="2964314" y="2438241"/>
            <a:ext cx="525799" cy="431994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A9C7AFB-18A2-891C-5348-48C48A5595B6}"/>
              </a:ext>
            </a:extLst>
          </p:cNvPr>
          <p:cNvSpPr txBox="1"/>
          <p:nvPr/>
        </p:nvSpPr>
        <p:spPr>
          <a:xfrm>
            <a:off x="2975617" y="2481387"/>
            <a:ext cx="520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DAC</a:t>
            </a:r>
            <a:endParaRPr lang="en-GB" sz="1400" noProof="0" dirty="0"/>
          </a:p>
        </p:txBody>
      </p: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5650DC87-E6A1-0DBE-7C1C-6F2EA332AB0D}"/>
              </a:ext>
            </a:extLst>
          </p:cNvPr>
          <p:cNvCxnSpPr>
            <a:cxnSpLocks/>
            <a:stCxn id="92" idx="3"/>
            <a:endCxn id="146" idx="1"/>
          </p:cNvCxnSpPr>
          <p:nvPr/>
        </p:nvCxnSpPr>
        <p:spPr>
          <a:xfrm>
            <a:off x="2792603" y="2642589"/>
            <a:ext cx="171711" cy="1164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Slide Number Placeholder 149">
            <a:extLst>
              <a:ext uri="{FF2B5EF4-FFF2-40B4-BE49-F238E27FC236}">
                <a16:creationId xmlns:a16="http://schemas.microsoft.com/office/drawing/2014/main" id="{20CC1250-1D89-B604-2E34-3F12B04D7356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93933-871D-43A0-B4A5-0050B42A6D23}" type="slidenum">
              <a:rPr lang="en-GB" noProof="0" smtClean="0"/>
              <a:t>3</a:t>
            </a:fld>
            <a:endParaRPr lang="en-GB" noProof="0" dirty="0"/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A32ABA29-4E62-E0D5-B192-BA9905CC0577}"/>
              </a:ext>
            </a:extLst>
          </p:cNvPr>
          <p:cNvGrpSpPr>
            <a:grpSpLocks noChangeAspect="1"/>
          </p:cNvGrpSpPr>
          <p:nvPr/>
        </p:nvGrpSpPr>
        <p:grpSpPr>
          <a:xfrm>
            <a:off x="147615" y="3950272"/>
            <a:ext cx="4560865" cy="2836670"/>
            <a:chOff x="61983" y="-91738"/>
            <a:chExt cx="7785678" cy="484237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B5F9054-1438-1057-6722-E4C3DBC7A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rcRect l="1810" t="2012" r="2099" b="6430"/>
            <a:stretch>
              <a:fillRect/>
            </a:stretch>
          </p:blipFill>
          <p:spPr>
            <a:xfrm>
              <a:off x="5897563" y="1317583"/>
              <a:ext cx="1600200" cy="1590676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808CFFF-17CB-C543-3220-15ABFFE99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1983" y="404749"/>
              <a:ext cx="1260046" cy="129204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CCE2B23-D200-EE34-BA63-55FA876656A9}"/>
                </a:ext>
              </a:extLst>
            </p:cNvPr>
            <p:cNvSpPr txBox="1"/>
            <p:nvPr/>
          </p:nvSpPr>
          <p:spPr>
            <a:xfrm>
              <a:off x="61983" y="0"/>
              <a:ext cx="949324" cy="4877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200" dirty="0">
                  <a:solidFill>
                    <a:srgbClr val="000000"/>
                  </a:solidFill>
                  <a:latin typeface="Calibri"/>
                </a:rPr>
                <a:t>SIM </a:t>
              </a:r>
              <a:endParaRPr lang="en-GB" sz="1200" dirty="0"/>
            </a:p>
          </p:txBody>
        </p: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67478420-1B4B-F652-306A-249EDFC386CC}"/>
                </a:ext>
              </a:extLst>
            </p:cNvPr>
            <p:cNvCxnSpPr>
              <a:cxnSpLocks/>
            </p:cNvCxnSpPr>
            <p:nvPr/>
          </p:nvCxnSpPr>
          <p:spPr>
            <a:xfrm>
              <a:off x="1189359" y="588285"/>
              <a:ext cx="1244408" cy="4624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C6ADAB19-ED4F-550D-F300-A9BE6259CE3A}"/>
                </a:ext>
              </a:extLst>
            </p:cNvPr>
            <p:cNvCxnSpPr>
              <a:cxnSpLocks/>
            </p:cNvCxnSpPr>
            <p:nvPr/>
          </p:nvCxnSpPr>
          <p:spPr>
            <a:xfrm>
              <a:off x="1189359" y="754540"/>
              <a:ext cx="485979" cy="109983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DA47D4FC-BF79-BDD3-EDD8-0755FC5A0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503100" y="1050773"/>
              <a:ext cx="2389476" cy="1998252"/>
            </a:xfrm>
            <a:prstGeom prst="rect">
              <a:avLst/>
            </a:prstGeom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5C49439F-18A5-7C46-2FBD-8F282B5AE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rcRect l="1739" t="3491" r="2251" b="6021"/>
            <a:stretch>
              <a:fillRect/>
            </a:stretch>
          </p:blipFill>
          <p:spPr>
            <a:xfrm>
              <a:off x="4207083" y="194593"/>
              <a:ext cx="1516857" cy="1491428"/>
            </a:xfrm>
            <a:prstGeom prst="rect">
              <a:avLst/>
            </a:prstGeom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C674F051-8F0E-FD9C-A203-38DC26195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rcRect l="2181" t="2274" r="2916" b="6450"/>
            <a:stretch>
              <a:fillRect/>
            </a:stretch>
          </p:blipFill>
          <p:spPr>
            <a:xfrm>
              <a:off x="4053478" y="2755962"/>
              <a:ext cx="1642570" cy="1648157"/>
            </a:xfrm>
            <a:prstGeom prst="rect">
              <a:avLst/>
            </a:prstGeom>
          </p:spPr>
        </p:pic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A491E43F-5A24-B8AE-7C69-8DDD8CAD2FAC}"/>
                </a:ext>
              </a:extLst>
            </p:cNvPr>
            <p:cNvSpPr txBox="1"/>
            <p:nvPr/>
          </p:nvSpPr>
          <p:spPr>
            <a:xfrm>
              <a:off x="5998862" y="946511"/>
              <a:ext cx="1804122" cy="48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L5) TTD lines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E910348-63DB-B70D-8B65-2EE23A8F274A}"/>
                </a:ext>
              </a:extLst>
            </p:cNvPr>
            <p:cNvSpPr txBox="1"/>
            <p:nvPr/>
          </p:nvSpPr>
          <p:spPr>
            <a:xfrm>
              <a:off x="1534956" y="3885754"/>
              <a:ext cx="2329327" cy="812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L3) Lower ground</a:t>
              </a:r>
            </a:p>
            <a:p>
              <a:pPr algn="r"/>
              <a:r>
                <a:rPr lang="en-US" sz="1200" dirty="0"/>
                <a:t>slots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3BB30C21-CFA1-C1E3-A631-E05C6DF00E34}"/>
                </a:ext>
              </a:extLst>
            </p:cNvPr>
            <p:cNvSpPr txBox="1"/>
            <p:nvPr/>
          </p:nvSpPr>
          <p:spPr>
            <a:xfrm>
              <a:off x="2022378" y="9054"/>
              <a:ext cx="2184706" cy="812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L9) Transmitting</a:t>
              </a:r>
            </a:p>
            <a:p>
              <a:pPr algn="r"/>
              <a:r>
                <a:rPr lang="en-US" sz="1200" dirty="0"/>
                <a:t>plane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F3C12D5-04CE-70AB-2112-F707147C5D53}"/>
                </a:ext>
              </a:extLst>
            </p:cNvPr>
            <p:cNvSpPr txBox="1"/>
            <p:nvPr/>
          </p:nvSpPr>
          <p:spPr>
            <a:xfrm>
              <a:off x="2295591" y="3077307"/>
              <a:ext cx="1307368" cy="48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Cell unit</a:t>
              </a:r>
            </a:p>
          </p:txBody>
        </p: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AA79D9B6-88A8-4E1C-C525-EB2E08CDD978}"/>
                </a:ext>
              </a:extLst>
            </p:cNvPr>
            <p:cNvCxnSpPr/>
            <p:nvPr/>
          </p:nvCxnSpPr>
          <p:spPr>
            <a:xfrm>
              <a:off x="5767546" y="244003"/>
              <a:ext cx="0" cy="286381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3D49CD30-FC22-B579-6A0F-6427A1F212C0}"/>
                </a:ext>
              </a:extLst>
            </p:cNvPr>
            <p:cNvSpPr txBox="1"/>
            <p:nvPr/>
          </p:nvSpPr>
          <p:spPr>
            <a:xfrm>
              <a:off x="5828909" y="102683"/>
              <a:ext cx="960205" cy="48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grid_l</a:t>
              </a:r>
              <a:endParaRPr lang="en-US" sz="1200" dirty="0"/>
            </a:p>
          </p:txBody>
        </p: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87AF9CE8-B568-CFEE-E26A-166D576A8E9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47329" y="504779"/>
              <a:ext cx="0" cy="286381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A138F55E-7D23-D222-23CF-7AD3AFF80966}"/>
                </a:ext>
              </a:extLst>
            </p:cNvPr>
            <p:cNvCxnSpPr>
              <a:cxnSpLocks/>
            </p:cNvCxnSpPr>
            <p:nvPr/>
          </p:nvCxnSpPr>
          <p:spPr>
            <a:xfrm>
              <a:off x="5600859" y="530384"/>
              <a:ext cx="166687" cy="101162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E2C6F303-2938-C412-0AA6-E8104ABB926E}"/>
                </a:ext>
              </a:extLst>
            </p:cNvPr>
            <p:cNvCxnSpPr>
              <a:cxnSpLocks/>
            </p:cNvCxnSpPr>
            <p:nvPr/>
          </p:nvCxnSpPr>
          <p:spPr>
            <a:xfrm>
              <a:off x="5708335" y="528076"/>
              <a:ext cx="322531" cy="57304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FC027F9-3113-F850-3F30-0CE12190E9F7}"/>
                </a:ext>
              </a:extLst>
            </p:cNvPr>
            <p:cNvSpPr txBox="1"/>
            <p:nvPr/>
          </p:nvSpPr>
          <p:spPr>
            <a:xfrm>
              <a:off x="6044129" y="387193"/>
              <a:ext cx="1084393" cy="48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grid_w</a:t>
              </a:r>
              <a:endParaRPr lang="en-US" sz="1200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8A0262B1-CFEB-53FE-0DA6-922CD0E3C1B8}"/>
                </a:ext>
              </a:extLst>
            </p:cNvPr>
            <p:cNvSpPr txBox="1"/>
            <p:nvPr/>
          </p:nvSpPr>
          <p:spPr>
            <a:xfrm>
              <a:off x="4832302" y="-91738"/>
              <a:ext cx="446516" cy="433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a</a:t>
              </a:r>
            </a:p>
          </p:txBody>
        </p: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39B7EF90-72DB-201F-CCEA-2D1F70DA6F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09173" y="115775"/>
              <a:ext cx="1514769" cy="0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FDFC9C45-7F6F-1DA2-B877-765495F4FC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96291" y="3396810"/>
              <a:ext cx="991976" cy="0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D9664B31-5596-DA67-BB24-2EA79FF50C81}"/>
                </a:ext>
              </a:extLst>
            </p:cNvPr>
            <p:cNvSpPr txBox="1"/>
            <p:nvPr/>
          </p:nvSpPr>
          <p:spPr>
            <a:xfrm>
              <a:off x="4599457" y="3334555"/>
              <a:ext cx="960205" cy="48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slot_l</a:t>
              </a:r>
              <a:endParaRPr lang="en-US" sz="1200" dirty="0"/>
            </a:p>
          </p:txBody>
        </p: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1B1CDFCF-8D99-C6C2-29E2-5BA3C7758B9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789573" y="4351411"/>
              <a:ext cx="0" cy="286381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B0539512-FE0E-B30F-420D-4E72A1FFBB0D}"/>
                </a:ext>
              </a:extLst>
            </p:cNvPr>
            <p:cNvCxnSpPr>
              <a:cxnSpLocks/>
            </p:cNvCxnSpPr>
            <p:nvPr/>
          </p:nvCxnSpPr>
          <p:spPr>
            <a:xfrm>
              <a:off x="5445859" y="4207666"/>
              <a:ext cx="172927" cy="281141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A1774CF-2744-E439-1515-35119ABA31AD}"/>
                </a:ext>
              </a:extLst>
            </p:cNvPr>
            <p:cNvCxnSpPr>
              <a:cxnSpLocks/>
            </p:cNvCxnSpPr>
            <p:nvPr/>
          </p:nvCxnSpPr>
          <p:spPr>
            <a:xfrm>
              <a:off x="5553335" y="4205358"/>
              <a:ext cx="379429" cy="261214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88535881-5B4C-54EC-8A5D-D9E05F4D0DC1}"/>
                </a:ext>
              </a:extLst>
            </p:cNvPr>
            <p:cNvSpPr txBox="1"/>
            <p:nvPr/>
          </p:nvSpPr>
          <p:spPr>
            <a:xfrm>
              <a:off x="5965811" y="4262909"/>
              <a:ext cx="824727" cy="48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db_l</a:t>
              </a:r>
              <a:endParaRPr lang="en-US" sz="1200" dirty="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96948BDB-08B8-D80C-C6DD-36660475E896}"/>
                </a:ext>
              </a:extLst>
            </p:cNvPr>
            <p:cNvSpPr txBox="1"/>
            <p:nvPr/>
          </p:nvSpPr>
          <p:spPr>
            <a:xfrm>
              <a:off x="5932764" y="3898398"/>
              <a:ext cx="948915" cy="48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db_w</a:t>
              </a:r>
              <a:endParaRPr lang="en-US" sz="1200" dirty="0"/>
            </a:p>
          </p:txBody>
        </p: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399154E9-8862-2DED-FE06-3A728CA7DCED}"/>
                </a:ext>
              </a:extLst>
            </p:cNvPr>
            <p:cNvCxnSpPr/>
            <p:nvPr/>
          </p:nvCxnSpPr>
          <p:spPr>
            <a:xfrm>
              <a:off x="5772881" y="3914146"/>
              <a:ext cx="0" cy="286381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8634585D-4FFB-C6ED-501C-D0178090E3EC}"/>
                </a:ext>
              </a:extLst>
            </p:cNvPr>
            <p:cNvCxnSpPr>
              <a:cxnSpLocks/>
            </p:cNvCxnSpPr>
            <p:nvPr/>
          </p:nvCxnSpPr>
          <p:spPr>
            <a:xfrm>
              <a:off x="5585458" y="3092341"/>
              <a:ext cx="0" cy="99271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EF7F1092-BD7F-AF48-3C46-91CEF591F306}"/>
                </a:ext>
              </a:extLst>
            </p:cNvPr>
            <p:cNvSpPr txBox="1"/>
            <p:nvPr/>
          </p:nvSpPr>
          <p:spPr>
            <a:xfrm>
              <a:off x="5618787" y="3366422"/>
              <a:ext cx="621509" cy="48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2d</a:t>
              </a:r>
            </a:p>
          </p:txBody>
        </p: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A5B8A8AA-B2D3-1B41-DECB-EA009DEC86AB}"/>
                </a:ext>
              </a:extLst>
            </p:cNvPr>
            <p:cNvCxnSpPr/>
            <p:nvPr/>
          </p:nvCxnSpPr>
          <p:spPr>
            <a:xfrm flipH="1">
              <a:off x="4763280" y="3083659"/>
              <a:ext cx="8509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FDE8FE3-16CD-42A6-2E47-096E4312C4AD}"/>
                </a:ext>
              </a:extLst>
            </p:cNvPr>
            <p:cNvCxnSpPr/>
            <p:nvPr/>
          </p:nvCxnSpPr>
          <p:spPr>
            <a:xfrm flipH="1">
              <a:off x="4749959" y="4075723"/>
              <a:ext cx="8509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1F959BED-C9AC-EAFE-76FB-FB1941E94D9F}"/>
                </a:ext>
              </a:extLst>
            </p:cNvPr>
            <p:cNvGrpSpPr/>
            <p:nvPr/>
          </p:nvGrpSpPr>
          <p:grpSpPr>
            <a:xfrm>
              <a:off x="6523868" y="2515284"/>
              <a:ext cx="365760" cy="0"/>
              <a:chOff x="6514343" y="3333911"/>
              <a:chExt cx="365760" cy="0"/>
            </a:xfrm>
          </p:grpSpPr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ED97F7D2-22DC-E97C-F590-8001555270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4343" y="3333911"/>
                <a:ext cx="365760" cy="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9CDC1440-07BF-2B5F-C4E3-9E71C63C44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31803" y="3333911"/>
                <a:ext cx="122553" cy="0"/>
              </a:xfrm>
              <a:prstGeom prst="line">
                <a:avLst/>
              </a:prstGeom>
              <a:ln w="127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72C89955-6294-F720-6845-6CD7C2FC8F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26273" y="3333911"/>
                <a:ext cx="153830" cy="0"/>
              </a:xfrm>
              <a:prstGeom prst="line">
                <a:avLst/>
              </a:prstGeom>
              <a:ln w="127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C040FDC6-DE75-AFBB-7615-8FB8382EE200}"/>
                </a:ext>
              </a:extLst>
            </p:cNvPr>
            <p:cNvSpPr txBox="1"/>
            <p:nvPr/>
          </p:nvSpPr>
          <p:spPr>
            <a:xfrm>
              <a:off x="6766090" y="2213656"/>
              <a:ext cx="1081571" cy="48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mic_w</a:t>
              </a:r>
              <a:endParaRPr lang="en-US" sz="1200" dirty="0"/>
            </a:p>
          </p:txBody>
        </p: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78BD36F7-0D29-B492-19DC-AC5D7DE2CB1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692434" y="2709637"/>
              <a:ext cx="0" cy="286381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75E891D3-469E-C98E-ACFC-1065F5736369}"/>
                </a:ext>
              </a:extLst>
            </p:cNvPr>
            <p:cNvSpPr txBox="1"/>
            <p:nvPr/>
          </p:nvSpPr>
          <p:spPr>
            <a:xfrm>
              <a:off x="6552930" y="2844168"/>
              <a:ext cx="875531" cy="48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m_w</a:t>
              </a:r>
              <a:endParaRPr lang="en-US" sz="1200" dirty="0"/>
            </a:p>
          </p:txBody>
        </p: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C0E428FB-A5F0-DF75-CC4D-8F319D6DEB9C}"/>
                </a:ext>
              </a:extLst>
            </p:cNvPr>
            <p:cNvGrpSpPr/>
            <p:nvPr/>
          </p:nvGrpSpPr>
          <p:grpSpPr>
            <a:xfrm>
              <a:off x="6927854" y="2571232"/>
              <a:ext cx="0" cy="329435"/>
              <a:chOff x="6432554" y="2794295"/>
              <a:chExt cx="0" cy="329435"/>
            </a:xfrm>
          </p:grpSpPr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F9BDB8AA-2BA7-5E18-0FD7-B182D55774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32554" y="2794295"/>
                <a:ext cx="0" cy="329435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E2EAC99F-CA91-720E-1533-2528EC68ED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32554" y="2794295"/>
                <a:ext cx="0" cy="140013"/>
              </a:xfrm>
              <a:prstGeom prst="line">
                <a:avLst/>
              </a:prstGeom>
              <a:ln w="127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FE5BD7B1-3456-9772-4F52-EE5E2D18BF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32554" y="3006225"/>
                <a:ext cx="0" cy="117505"/>
              </a:xfrm>
              <a:prstGeom prst="line">
                <a:avLst/>
              </a:prstGeom>
              <a:ln w="127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56432DAC-5F0A-895A-B8FB-0AD018E9AC3C}"/>
                </a:ext>
              </a:extLst>
            </p:cNvPr>
            <p:cNvSpPr txBox="1"/>
            <p:nvPr/>
          </p:nvSpPr>
          <p:spPr>
            <a:xfrm>
              <a:off x="6950818" y="2555868"/>
              <a:ext cx="751343" cy="48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m_l</a:t>
              </a:r>
              <a:endParaRPr lang="en-US" sz="1200" dirty="0"/>
            </a:p>
          </p:txBody>
        </p: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7CD620C0-B5B7-8231-F581-5823A0B0C14D}"/>
                </a:ext>
              </a:extLst>
            </p:cNvPr>
            <p:cNvCxnSpPr>
              <a:cxnSpLocks/>
            </p:cNvCxnSpPr>
            <p:nvPr/>
          </p:nvCxnSpPr>
          <p:spPr>
            <a:xfrm>
              <a:off x="1453970" y="2303605"/>
              <a:ext cx="0" cy="219456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A6D82B66-D4AB-3CC0-48E0-078029F51AF2}"/>
                    </a:ext>
                  </a:extLst>
                </p:cNvPr>
                <p:cNvSpPr txBox="1"/>
                <p:nvPr/>
              </p:nvSpPr>
              <p:spPr>
                <a:xfrm>
                  <a:off x="1066036" y="2214581"/>
                  <a:ext cx="535818" cy="4877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de-DE" sz="1200" b="0" i="1" dirty="0" smtClean="0">
                            <a:latin typeface="Cambria Math" panose="02040503050406030204" pitchFamily="18" charset="0"/>
                          </a:rPr>
                          <m:t>ℎ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A6D82B66-D4AB-3CC0-48E0-078029F51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036" y="2214581"/>
                  <a:ext cx="535818" cy="487723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F98F24C5-F793-542C-5D31-A3A5400D126B}"/>
                </a:ext>
              </a:extLst>
            </p:cNvPr>
            <p:cNvGrpSpPr/>
            <p:nvPr/>
          </p:nvGrpSpPr>
          <p:grpSpPr>
            <a:xfrm>
              <a:off x="1382733" y="2633140"/>
              <a:ext cx="788645" cy="887402"/>
              <a:chOff x="545437" y="3088699"/>
              <a:chExt cx="1046536" cy="1210332"/>
            </a:xfrm>
          </p:grpSpPr>
          <p:cxnSp>
            <p:nvCxnSpPr>
              <p:cNvPr id="194" name="Straight Arrow Connector 193">
                <a:extLst>
                  <a:ext uri="{FF2B5EF4-FFF2-40B4-BE49-F238E27FC236}">
                    <a16:creationId xmlns:a16="http://schemas.microsoft.com/office/drawing/2014/main" id="{9D81AE18-FA22-F0BC-126A-2536F838BB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8663" y="3707093"/>
                <a:ext cx="282643" cy="2299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Arrow Connector 194">
                <a:extLst>
                  <a:ext uri="{FF2B5EF4-FFF2-40B4-BE49-F238E27FC236}">
                    <a16:creationId xmlns:a16="http://schemas.microsoft.com/office/drawing/2014/main" id="{5CF27889-4E00-688B-29D8-EBBCB23905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546" y="3706716"/>
                <a:ext cx="293517" cy="23028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Arrow Connector 195">
                <a:extLst>
                  <a:ext uri="{FF2B5EF4-FFF2-40B4-BE49-F238E27FC236}">
                    <a16:creationId xmlns:a16="http://schemas.microsoft.com/office/drawing/2014/main" id="{8C0E8827-B336-8E96-8718-E5058F2F75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8940" y="3362066"/>
                <a:ext cx="1606" cy="3449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7" name="TextBox 196">
                    <a:extLst>
                      <a:ext uri="{FF2B5EF4-FFF2-40B4-BE49-F238E27FC236}">
                        <a16:creationId xmlns:a16="http://schemas.microsoft.com/office/drawing/2014/main" id="{799DED41-7D0E-93EE-9B53-DA849641E048}"/>
                      </a:ext>
                    </a:extLst>
                  </p:cNvPr>
                  <p:cNvSpPr txBox="1"/>
                  <p:nvPr/>
                </p:nvSpPr>
                <p:spPr>
                  <a:xfrm>
                    <a:off x="545437" y="3845593"/>
                    <a:ext cx="276863" cy="44347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200" i="1" dirty="0"/>
                  </a:p>
                </p:txBody>
              </p:sp>
            </mc:Choice>
            <mc:Fallback>
              <p:sp>
                <p:nvSpPr>
                  <p:cNvPr id="197" name="TextBox 196">
                    <a:extLst>
                      <a:ext uri="{FF2B5EF4-FFF2-40B4-BE49-F238E27FC236}">
                        <a16:creationId xmlns:a16="http://schemas.microsoft.com/office/drawing/2014/main" id="{799DED41-7D0E-93EE-9B53-DA849641E0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5437" y="3845593"/>
                    <a:ext cx="276863" cy="443472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15000" r="-1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8" name="TextBox 197">
                    <a:extLst>
                      <a:ext uri="{FF2B5EF4-FFF2-40B4-BE49-F238E27FC236}">
                        <a16:creationId xmlns:a16="http://schemas.microsoft.com/office/drawing/2014/main" id="{9E761342-4813-A9B0-49BE-82CF176AEE10}"/>
                      </a:ext>
                    </a:extLst>
                  </p:cNvPr>
                  <p:cNvSpPr txBox="1"/>
                  <p:nvPr/>
                </p:nvSpPr>
                <p:spPr>
                  <a:xfrm>
                    <a:off x="1308666" y="3855559"/>
                    <a:ext cx="283307" cy="44347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200" i="1" dirty="0"/>
                  </a:p>
                </p:txBody>
              </p:sp>
            </mc:Choice>
            <mc:Fallback>
              <p:sp>
                <p:nvSpPr>
                  <p:cNvPr id="198" name="TextBox 197">
                    <a:extLst>
                      <a:ext uri="{FF2B5EF4-FFF2-40B4-BE49-F238E27FC236}">
                        <a16:creationId xmlns:a16="http://schemas.microsoft.com/office/drawing/2014/main" id="{9E761342-4813-A9B0-49BE-82CF176AEE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8666" y="3855559"/>
                    <a:ext cx="283307" cy="443472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28571" r="-23810" b="-193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913D9CD9-8329-645B-6910-21E94C86D3D9}"/>
                      </a:ext>
                    </a:extLst>
                  </p:cNvPr>
                  <p:cNvSpPr txBox="1"/>
                  <p:nvPr/>
                </p:nvSpPr>
                <p:spPr>
                  <a:xfrm>
                    <a:off x="773036" y="3088699"/>
                    <a:ext cx="253343" cy="44347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1200" i="1" dirty="0"/>
                  </a:p>
                </p:txBody>
              </p:sp>
            </mc:Choice>
            <mc:Fallback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913D9CD9-8329-645B-6910-21E94C86D3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036" y="3088699"/>
                    <a:ext cx="253343" cy="443472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22222" r="-1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F3C988E1-656A-DEF2-78EF-20636E03612C}"/>
                </a:ext>
              </a:extLst>
            </p:cNvPr>
            <p:cNvCxnSpPr>
              <a:cxnSpLocks/>
            </p:cNvCxnSpPr>
            <p:nvPr/>
          </p:nvCxnSpPr>
          <p:spPr>
            <a:xfrm>
              <a:off x="4144194" y="1775749"/>
              <a:ext cx="3726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97711C45-56EC-4941-55B3-1A6182537BC5}"/>
                    </a:ext>
                  </a:extLst>
                </p:cNvPr>
                <p:cNvSpPr txBox="1"/>
                <p:nvPr/>
              </p:nvSpPr>
              <p:spPr>
                <a:xfrm>
                  <a:off x="4514485" y="1685486"/>
                  <a:ext cx="191024" cy="2980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100" i="1" dirty="0"/>
                </a:p>
              </p:txBody>
            </p:sp>
          </mc:Choice>
          <mc:Fallback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97711C45-56EC-4941-55B3-1A6182537B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4485" y="1685486"/>
                  <a:ext cx="191024" cy="298052"/>
                </a:xfrm>
                <a:prstGeom prst="rect">
                  <a:avLst/>
                </a:prstGeom>
                <a:blipFill>
                  <a:blip r:embed="rId32"/>
                  <a:stretch>
                    <a:fillRect l="-16667" r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62A69D3A-4629-5669-9279-D11FEB3034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44195" y="1447745"/>
              <a:ext cx="0" cy="3357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DAF045F7-435E-A55F-398E-EF3DFAC3200A}"/>
                    </a:ext>
                  </a:extLst>
                </p:cNvPr>
                <p:cNvSpPr txBox="1"/>
                <p:nvPr/>
              </p:nvSpPr>
              <p:spPr>
                <a:xfrm>
                  <a:off x="4010539" y="1249930"/>
                  <a:ext cx="193396" cy="2980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100" i="1" dirty="0"/>
                </a:p>
              </p:txBody>
            </p:sp>
          </mc:Choice>
          <mc:Fallback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DAF045F7-435E-A55F-398E-EF3DFAC320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0539" y="1249930"/>
                  <a:ext cx="193396" cy="298052"/>
                </a:xfrm>
                <a:prstGeom prst="rect">
                  <a:avLst/>
                </a:prstGeom>
                <a:blipFill>
                  <a:blip r:embed="rId33"/>
                  <a:stretch>
                    <a:fillRect l="-33333" r="-33333" b="-172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978ACC76-7E82-F1BA-BB97-43157618E2EC}"/>
                </a:ext>
              </a:extLst>
            </p:cNvPr>
            <p:cNvGrpSpPr/>
            <p:nvPr/>
          </p:nvGrpSpPr>
          <p:grpSpPr>
            <a:xfrm>
              <a:off x="5768633" y="2363440"/>
              <a:ext cx="716314" cy="709725"/>
              <a:chOff x="5900780" y="2244813"/>
              <a:chExt cx="716314" cy="709725"/>
            </a:xfrm>
          </p:grpSpPr>
          <p:cxnSp>
            <p:nvCxnSpPr>
              <p:cNvPr id="205" name="Straight Arrow Connector 204">
                <a:extLst>
                  <a:ext uri="{FF2B5EF4-FFF2-40B4-BE49-F238E27FC236}">
                    <a16:creationId xmlns:a16="http://schemas.microsoft.com/office/drawing/2014/main" id="{6962778C-DA3F-C001-F466-02C8DCFFFE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4911" y="2757269"/>
                <a:ext cx="37262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6" name="TextBox 205">
                    <a:extLst>
                      <a:ext uri="{FF2B5EF4-FFF2-40B4-BE49-F238E27FC236}">
                        <a16:creationId xmlns:a16="http://schemas.microsoft.com/office/drawing/2014/main" id="{D17CF21E-B1C1-CCEE-6B51-B4C1EED885AF}"/>
                      </a:ext>
                    </a:extLst>
                  </p:cNvPr>
                  <p:cNvSpPr txBox="1"/>
                  <p:nvPr/>
                </p:nvSpPr>
                <p:spPr>
                  <a:xfrm>
                    <a:off x="5900780" y="2244813"/>
                    <a:ext cx="191024" cy="29805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100" i="1" dirty="0"/>
                  </a:p>
                </p:txBody>
              </p:sp>
            </mc:Choice>
            <mc:Fallback>
              <p:sp>
                <p:nvSpPr>
                  <p:cNvPr id="206" name="TextBox 205">
                    <a:extLst>
                      <a:ext uri="{FF2B5EF4-FFF2-40B4-BE49-F238E27FC236}">
                        <a16:creationId xmlns:a16="http://schemas.microsoft.com/office/drawing/2014/main" id="{D17CF21E-B1C1-CCEE-6B51-B4C1EED885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00780" y="2244813"/>
                    <a:ext cx="191024" cy="298052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l="-16667" r="-1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7" name="Straight Arrow Connector 206">
                <a:extLst>
                  <a:ext uri="{FF2B5EF4-FFF2-40B4-BE49-F238E27FC236}">
                    <a16:creationId xmlns:a16="http://schemas.microsoft.com/office/drawing/2014/main" id="{2C5A9565-13AF-7B2E-6AD6-A8A93E88CF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064912" y="2429265"/>
                <a:ext cx="0" cy="3357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8" name="TextBox 207">
                    <a:extLst>
                      <a:ext uri="{FF2B5EF4-FFF2-40B4-BE49-F238E27FC236}">
                        <a16:creationId xmlns:a16="http://schemas.microsoft.com/office/drawing/2014/main" id="{947FE3E1-5A83-792C-44A7-3095D589DDE4}"/>
                      </a:ext>
                    </a:extLst>
                  </p:cNvPr>
                  <p:cNvSpPr txBox="1"/>
                  <p:nvPr/>
                </p:nvSpPr>
                <p:spPr>
                  <a:xfrm>
                    <a:off x="6423698" y="2656486"/>
                    <a:ext cx="193396" cy="29805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100" i="1" dirty="0"/>
                  </a:p>
                </p:txBody>
              </p:sp>
            </mc:Choice>
            <mc:Fallback>
              <p:sp>
                <p:nvSpPr>
                  <p:cNvPr id="208" name="TextBox 207">
                    <a:extLst>
                      <a:ext uri="{FF2B5EF4-FFF2-40B4-BE49-F238E27FC236}">
                        <a16:creationId xmlns:a16="http://schemas.microsoft.com/office/drawing/2014/main" id="{947FE3E1-5A83-792C-44A7-3095D589DD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23698" y="2656486"/>
                    <a:ext cx="193396" cy="298052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33333" r="-33333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41D75EF9-9677-A45A-63E6-0435AD0BFB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60363" y="4050934"/>
              <a:ext cx="0" cy="3357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A62D9F87-2819-F885-E013-C2AD91510F2C}"/>
                </a:ext>
              </a:extLst>
            </p:cNvPr>
            <p:cNvGrpSpPr/>
            <p:nvPr/>
          </p:nvGrpSpPr>
          <p:grpSpPr>
            <a:xfrm>
              <a:off x="3896232" y="3874178"/>
              <a:ext cx="736413" cy="736822"/>
              <a:chOff x="3865813" y="3958074"/>
              <a:chExt cx="736413" cy="736822"/>
            </a:xfrm>
          </p:grpSpPr>
          <p:cxnSp>
            <p:nvCxnSpPr>
              <p:cNvPr id="211" name="Straight Arrow Connector 210">
                <a:extLst>
                  <a:ext uri="{FF2B5EF4-FFF2-40B4-BE49-F238E27FC236}">
                    <a16:creationId xmlns:a16="http://schemas.microsoft.com/office/drawing/2014/main" id="{0D1FC643-1418-07B5-61B7-4B58028E3B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29944" y="4470530"/>
                <a:ext cx="37262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E270A121-550F-207B-7BB8-6164753B04AD}"/>
                      </a:ext>
                    </a:extLst>
                  </p:cNvPr>
                  <p:cNvSpPr txBox="1"/>
                  <p:nvPr/>
                </p:nvSpPr>
                <p:spPr>
                  <a:xfrm>
                    <a:off x="3865813" y="3958074"/>
                    <a:ext cx="208637" cy="32514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200" i="1" dirty="0"/>
                  </a:p>
                </p:txBody>
              </p:sp>
            </mc:Choice>
            <mc:Fallback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E270A121-550F-207B-7BB8-6164753B04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65813" y="3958074"/>
                    <a:ext cx="208637" cy="325149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l="-20000" r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3" name="TextBox 212">
                    <a:extLst>
                      <a:ext uri="{FF2B5EF4-FFF2-40B4-BE49-F238E27FC236}">
                        <a16:creationId xmlns:a16="http://schemas.microsoft.com/office/drawing/2014/main" id="{ECF685B1-B319-1B12-AADD-E2925B1A5603}"/>
                      </a:ext>
                    </a:extLst>
                  </p:cNvPr>
                  <p:cNvSpPr txBox="1"/>
                  <p:nvPr/>
                </p:nvSpPr>
                <p:spPr>
                  <a:xfrm>
                    <a:off x="4388733" y="4369747"/>
                    <a:ext cx="213493" cy="32514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200" i="1" dirty="0"/>
                  </a:p>
                </p:txBody>
              </p:sp>
            </mc:Choice>
            <mc:Fallback>
              <p:sp>
                <p:nvSpPr>
                  <p:cNvPr id="213" name="TextBox 212">
                    <a:extLst>
                      <a:ext uri="{FF2B5EF4-FFF2-40B4-BE49-F238E27FC236}">
                        <a16:creationId xmlns:a16="http://schemas.microsoft.com/office/drawing/2014/main" id="{ECF685B1-B319-1B12-AADD-E2925B1A56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8733" y="4369747"/>
                    <a:ext cx="213493" cy="325149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30000" r="-30000" b="-193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15" name="Rectangle 214">
            <a:extLst>
              <a:ext uri="{FF2B5EF4-FFF2-40B4-BE49-F238E27FC236}">
                <a16:creationId xmlns:a16="http://schemas.microsoft.com/office/drawing/2014/main" id="{C6C93AAC-EF16-5592-3093-59307C106338}"/>
              </a:ext>
            </a:extLst>
          </p:cNvPr>
          <p:cNvSpPr/>
          <p:nvPr/>
        </p:nvSpPr>
        <p:spPr>
          <a:xfrm>
            <a:off x="4819650" y="696371"/>
            <a:ext cx="7367680" cy="5066254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20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ADB20CB-237F-F741-ED49-4367F9747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997" y="3787199"/>
            <a:ext cx="8335574" cy="29935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221A56-A61B-DCF9-345B-6C1FD6E71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164" y="875765"/>
            <a:ext cx="1058696" cy="10855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C6AB804-634B-D3FD-7219-216BEB528CC7}"/>
              </a:ext>
            </a:extLst>
          </p:cNvPr>
          <p:cNvSpPr txBox="1"/>
          <p:nvPr/>
        </p:nvSpPr>
        <p:spPr>
          <a:xfrm>
            <a:off x="2931372" y="542483"/>
            <a:ext cx="797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SIM 1</a:t>
            </a:r>
            <a:endParaRPr lang="en-GB" sz="1400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46799E-A6C8-0344-1B04-167D2B46B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352" y="479139"/>
            <a:ext cx="1058696" cy="10855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6C7B51C-4F0B-4BFF-9141-D7DA66266490}"/>
              </a:ext>
            </a:extLst>
          </p:cNvPr>
          <p:cNvSpPr txBox="1"/>
          <p:nvPr/>
        </p:nvSpPr>
        <p:spPr>
          <a:xfrm>
            <a:off x="1369357" y="139071"/>
            <a:ext cx="797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SIM 2</a:t>
            </a:r>
            <a:endParaRPr lang="en-GB" sz="14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E753E7-C92A-6E43-7C28-4776F61C92C3}"/>
                  </a:ext>
                </a:extLst>
              </p:cNvPr>
              <p:cNvSpPr txBox="1"/>
              <p:nvPr/>
            </p:nvSpPr>
            <p:spPr>
              <a:xfrm>
                <a:off x="2963547" y="1219679"/>
                <a:ext cx="967430" cy="307777"/>
              </a:xfrm>
              <a:prstGeom prst="rect">
                <a:avLst/>
              </a:prstGeom>
              <a:solidFill>
                <a:srgbClr val="FFFFFF">
                  <a:alpha val="48000"/>
                </a:srgb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GB" sz="1400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GB" sz="1400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GB" sz="1400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DFT</m:t>
                      </m:r>
                    </m:oMath>
                  </m:oMathPara>
                </a14:m>
                <a:endParaRPr lang="en-GB" sz="1400" noProof="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E753E7-C92A-6E43-7C28-4776F61C9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547" y="1219679"/>
                <a:ext cx="96743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EAFE5B9-A788-7EC0-D593-84D9F106E3E2}"/>
              </a:ext>
            </a:extLst>
          </p:cNvPr>
          <p:cNvSpPr txBox="1"/>
          <p:nvPr/>
        </p:nvSpPr>
        <p:spPr>
          <a:xfrm>
            <a:off x="1504460" y="715505"/>
            <a:ext cx="838563" cy="523220"/>
          </a:xfrm>
          <a:prstGeom prst="rect">
            <a:avLst/>
          </a:prstGeom>
          <a:solidFill>
            <a:srgbClr val="FFFFFF">
              <a:alpha val="48000"/>
            </a:srgb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1400" noProof="0" dirty="0"/>
              <a:t>Neural</a:t>
            </a:r>
          </a:p>
          <a:p>
            <a:pPr algn="ctr"/>
            <a:r>
              <a:rPr lang="en-GB" sz="1400" noProof="0" dirty="0"/>
              <a:t>Network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7B37AC6-462C-6F8D-A244-17BFEDB1130B}"/>
              </a:ext>
            </a:extLst>
          </p:cNvPr>
          <p:cNvSpPr/>
          <p:nvPr/>
        </p:nvSpPr>
        <p:spPr>
          <a:xfrm>
            <a:off x="1880144" y="2371867"/>
            <a:ext cx="906314" cy="566142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2BE33730-9352-7E88-8BC7-5286512BD4A1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3495715" y="2041091"/>
            <a:ext cx="401272" cy="594185"/>
          </a:xfrm>
          <a:prstGeom prst="bentConnector2">
            <a:avLst/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6E9CD0-C191-6309-0483-7F52ACBC307F}"/>
                  </a:ext>
                </a:extLst>
              </p:cNvPr>
              <p:cNvSpPr txBox="1"/>
              <p:nvPr/>
            </p:nvSpPr>
            <p:spPr>
              <a:xfrm>
                <a:off x="3527403" y="2192294"/>
                <a:ext cx="737089" cy="317203"/>
              </a:xfrm>
              <a:prstGeom prst="rect">
                <a:avLst/>
              </a:prstGeom>
              <a:solidFill>
                <a:srgbClr val="FFFFFF">
                  <a:alpha val="85000"/>
                </a:srgb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400" b="1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𝜰</m:t>
                          </m:r>
                        </m:e>
                        <m:sub>
                          <m:r>
                            <a:rPr lang="en-GB" sz="1400" i="1" noProof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 noProof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400" i="1" noProof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noProof="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6E9CD0-C191-6309-0483-7F52ACBC3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403" y="2192294"/>
                <a:ext cx="737089" cy="317203"/>
              </a:xfrm>
              <a:prstGeom prst="rect">
                <a:avLst/>
              </a:prstGeom>
              <a:blipFill>
                <a:blip r:embed="rId5"/>
                <a:stretch>
                  <a:fillRect b="-370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Brace 20">
            <a:extLst>
              <a:ext uri="{FF2B5EF4-FFF2-40B4-BE49-F238E27FC236}">
                <a16:creationId xmlns:a16="http://schemas.microsoft.com/office/drawing/2014/main" id="{A0042A60-733A-3D10-50BF-F678A84C1248}"/>
              </a:ext>
            </a:extLst>
          </p:cNvPr>
          <p:cNvSpPr/>
          <p:nvPr/>
        </p:nvSpPr>
        <p:spPr>
          <a:xfrm rot="5400000">
            <a:off x="395211" y="732228"/>
            <a:ext cx="256841" cy="914068"/>
          </a:xfrm>
          <a:prstGeom prst="rightBrace">
            <a:avLst>
              <a:gd name="adj1" fmla="val 21960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62D700-83CA-3FCA-653C-11847BE945D5}"/>
              </a:ext>
            </a:extLst>
          </p:cNvPr>
          <p:cNvSpPr txBox="1"/>
          <p:nvPr/>
        </p:nvSpPr>
        <p:spPr>
          <a:xfrm>
            <a:off x="1885745" y="2488700"/>
            <a:ext cx="906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Q-Table</a:t>
            </a:r>
            <a:endParaRPr lang="en-GB" sz="1400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9960A0C-3368-2B29-3AF2-321A9628AE2A}"/>
              </a:ext>
            </a:extLst>
          </p:cNvPr>
          <p:cNvGrpSpPr>
            <a:grpSpLocks noChangeAspect="1"/>
          </p:cNvGrpSpPr>
          <p:nvPr/>
        </p:nvGrpSpPr>
        <p:grpSpPr>
          <a:xfrm>
            <a:off x="4170188" y="2663723"/>
            <a:ext cx="629767" cy="630921"/>
            <a:chOff x="3837320" y="2577311"/>
            <a:chExt cx="1214148" cy="1216373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2BF3C82-0DA1-868E-78DB-D75F2A12B218}"/>
                </a:ext>
              </a:extLst>
            </p:cNvPr>
            <p:cNvSpPr/>
            <p:nvPr/>
          </p:nvSpPr>
          <p:spPr>
            <a:xfrm>
              <a:off x="3837320" y="3466506"/>
              <a:ext cx="1214148" cy="327178"/>
            </a:xfrm>
            <a:prstGeom prst="ellipse">
              <a:avLst/>
            </a:prstGeom>
            <a:solidFill>
              <a:srgbClr val="FFE6CB"/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A85D7FF-63B2-C1B8-2933-50B7FA1B295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53780" y="2949988"/>
              <a:ext cx="804417" cy="713070"/>
              <a:chOff x="1758028" y="3687481"/>
              <a:chExt cx="1312148" cy="116314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B5166EA6-9F61-7875-8477-E2AB30CD4B15}"/>
                  </a:ext>
                </a:extLst>
              </p:cNvPr>
              <p:cNvGrpSpPr/>
              <p:nvPr/>
            </p:nvGrpSpPr>
            <p:grpSpPr>
              <a:xfrm>
                <a:off x="2615571" y="4393426"/>
                <a:ext cx="454605" cy="457200"/>
                <a:chOff x="2615571" y="4393426"/>
                <a:chExt cx="454605" cy="457200"/>
              </a:xfrm>
            </p:grpSpPr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4F2DE614-5976-DD39-6A93-1772DB9CE914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356E348F-D8CE-3731-B398-1558649060D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A4E411E6-292F-9782-A4B0-9288AB322A35}"/>
                  </a:ext>
                </a:extLst>
              </p:cNvPr>
              <p:cNvGrpSpPr/>
              <p:nvPr/>
            </p:nvGrpSpPr>
            <p:grpSpPr>
              <a:xfrm>
                <a:off x="1758028" y="4383486"/>
                <a:ext cx="454605" cy="457200"/>
                <a:chOff x="2615571" y="4393426"/>
                <a:chExt cx="454605" cy="457200"/>
              </a:xfrm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A214AC57-77CB-E620-50F0-91C1DBD9C35C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6A950F5-17E8-2027-CD48-EF4E8C62598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</p:grp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B1F1DA9-FE3D-71D9-5FD8-0220AB2F8151}"/>
                  </a:ext>
                </a:extLst>
              </p:cNvPr>
              <p:cNvCxnSpPr>
                <a:stCxn id="46" idx="6"/>
                <a:endCxn id="48" idx="2"/>
              </p:cNvCxnSpPr>
              <p:nvPr/>
            </p:nvCxnSpPr>
            <p:spPr>
              <a:xfrm>
                <a:off x="2212633" y="4612086"/>
                <a:ext cx="402938" cy="994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808F9E6-E695-48FD-5681-9B72F399D13C}"/>
                  </a:ext>
                </a:extLst>
              </p:cNvPr>
              <p:cNvCxnSpPr>
                <a:cxnSpLocks/>
                <a:stCxn id="46" idx="0"/>
              </p:cNvCxnSpPr>
              <p:nvPr/>
            </p:nvCxnSpPr>
            <p:spPr>
              <a:xfrm flipV="1">
                <a:off x="1985331" y="4223565"/>
                <a:ext cx="0" cy="159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E90DBE6C-D70D-7621-2B97-4E18CF1E6F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83863" y="4120488"/>
                <a:ext cx="118781" cy="11260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057D08B-556D-30B0-D01E-316A31CF66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02644" y="4120488"/>
                <a:ext cx="74314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D9E23048-CD65-262F-73AC-8B5F04368BB4}"/>
                  </a:ext>
                </a:extLst>
              </p:cNvPr>
              <p:cNvCxnSpPr>
                <a:cxnSpLocks/>
                <a:stCxn id="48" idx="0"/>
              </p:cNvCxnSpPr>
              <p:nvPr/>
            </p:nvCxnSpPr>
            <p:spPr>
              <a:xfrm flipV="1">
                <a:off x="2842874" y="4120488"/>
                <a:ext cx="5839" cy="27293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B0BAA0B-C2B6-615E-5561-32948DB88C52}"/>
                  </a:ext>
                </a:extLst>
              </p:cNvPr>
              <p:cNvCxnSpPr/>
              <p:nvPr/>
            </p:nvCxnSpPr>
            <p:spPr>
              <a:xfrm>
                <a:off x="1981482" y="4303525"/>
                <a:ext cx="34579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A2F7C73-9D6A-76A5-1A0A-AD1266A0F3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3356" y="4120488"/>
                <a:ext cx="214398" cy="18303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63C0EB0-6339-8E2F-9E86-2D67FA95A8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6967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CBAD11A-2D03-2EB8-611A-34B805C1DE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15571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0CCDEB5-610A-C06F-ADCA-B1E8241349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94458" y="3687481"/>
                <a:ext cx="200126" cy="201267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DD60F757-B201-9194-CE02-281816939FD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4531" y="3732390"/>
                <a:ext cx="131835" cy="132589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30EF276-1CE2-49CF-61DC-B1F983877217}"/>
                  </a:ext>
                </a:extLst>
              </p:cNvPr>
              <p:cNvCxnSpPr>
                <a:stCxn id="38" idx="4"/>
                <a:endCxn id="39" idx="4"/>
              </p:cNvCxnSpPr>
              <p:nvPr/>
            </p:nvCxnSpPr>
            <p:spPr>
              <a:xfrm flipH="1" flipV="1">
                <a:off x="2140449" y="3864979"/>
                <a:ext cx="454072" cy="2376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DCC6C5E-0471-6E07-CC4D-260AA22CE414}"/>
                  </a:ext>
                </a:extLst>
              </p:cNvPr>
              <p:cNvCxnSpPr>
                <a:cxnSpLocks/>
                <a:stCxn id="38" idx="0"/>
                <a:endCxn id="39" idx="0"/>
              </p:cNvCxnSpPr>
              <p:nvPr/>
            </p:nvCxnSpPr>
            <p:spPr>
              <a:xfrm flipH="1">
                <a:off x="2140450" y="3687481"/>
                <a:ext cx="454071" cy="4491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ED97996E-C3FF-581C-F5FA-B239DB10373F}"/>
                  </a:ext>
                </a:extLst>
              </p:cNvPr>
              <p:cNvCxnSpPr>
                <a:stCxn id="39" idx="2"/>
              </p:cNvCxnSpPr>
              <p:nvPr/>
            </p:nvCxnSpPr>
            <p:spPr>
              <a:xfrm flipH="1" flipV="1">
                <a:off x="1981482" y="3798684"/>
                <a:ext cx="93049" cy="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C1514871-D119-D04F-3A72-A17CD306C5FF}"/>
                  </a:ext>
                </a:extLst>
              </p:cNvPr>
              <p:cNvCxnSpPr/>
              <p:nvPr/>
            </p:nvCxnSpPr>
            <p:spPr>
              <a:xfrm flipV="1">
                <a:off x="1981482" y="3709935"/>
                <a:ext cx="0" cy="16475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E845BEDC-BC26-2509-B0E6-58E32AEF63B6}"/>
                  </a:ext>
                </a:extLst>
              </p:cNvPr>
              <p:cNvCxnSpPr/>
              <p:nvPr/>
            </p:nvCxnSpPr>
            <p:spPr>
              <a:xfrm flipH="1">
                <a:off x="1840706" y="3709935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937C188C-330B-D6AD-A17C-063DF42649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45353" y="3838066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6" name="Graphic 25" descr="Wireless with solid fill">
              <a:extLst>
                <a:ext uri="{FF2B5EF4-FFF2-40B4-BE49-F238E27FC236}">
                  <a16:creationId xmlns:a16="http://schemas.microsoft.com/office/drawing/2014/main" id="{3616ED5C-FCF5-14B0-567B-3BAE7E6DDA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20955696">
              <a:off x="4232021" y="2577311"/>
              <a:ext cx="322586" cy="297515"/>
            </a:xfrm>
            <a:prstGeom prst="rect">
              <a:avLst/>
            </a:prstGeom>
          </p:spPr>
        </p:pic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FED6BB9C-1119-E182-CF6C-40EF9A6B34D6}"/>
              </a:ext>
            </a:extLst>
          </p:cNvPr>
          <p:cNvSpPr/>
          <p:nvPr/>
        </p:nvSpPr>
        <p:spPr>
          <a:xfrm>
            <a:off x="307678" y="574178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070A2DF-62C0-E4EA-9A49-148D87F66A1E}"/>
              </a:ext>
            </a:extLst>
          </p:cNvPr>
          <p:cNvSpPr/>
          <p:nvPr/>
        </p:nvSpPr>
        <p:spPr>
          <a:xfrm>
            <a:off x="308537" y="816149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026524C-1682-F4F4-B2E0-AAD1A3E19B06}"/>
              </a:ext>
            </a:extLst>
          </p:cNvPr>
          <p:cNvSpPr/>
          <p:nvPr/>
        </p:nvSpPr>
        <p:spPr>
          <a:xfrm>
            <a:off x="524732" y="576095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128DF5D-663C-1721-96ED-8A050B3C0B07}"/>
              </a:ext>
            </a:extLst>
          </p:cNvPr>
          <p:cNvSpPr/>
          <p:nvPr/>
        </p:nvSpPr>
        <p:spPr>
          <a:xfrm>
            <a:off x="525591" y="818066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728AB27-F453-19DC-09D8-A0680AA0D417}"/>
              </a:ext>
            </a:extLst>
          </p:cNvPr>
          <p:cNvGrpSpPr/>
          <p:nvPr/>
        </p:nvGrpSpPr>
        <p:grpSpPr>
          <a:xfrm rot="5400000">
            <a:off x="705872" y="557127"/>
            <a:ext cx="94279" cy="428376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FF65FD38-4A09-8BB6-E908-AE8356E50D48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49C9F6D-3E88-33B0-9E87-16B7A5D8DEF6}"/>
                </a:ext>
              </a:extLst>
            </p:cNvPr>
            <p:cNvCxnSpPr>
              <a:cxnSpLocks/>
              <a:stCxn id="55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3AE4D51-BA15-21FA-E966-D08136DE6705}"/>
                </a:ext>
              </a:extLst>
            </p:cNvPr>
            <p:cNvCxnSpPr>
              <a:cxnSpLocks/>
              <a:stCxn id="55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E657326-2592-EF1D-40D8-D054DFD38A1F}"/>
              </a:ext>
            </a:extLst>
          </p:cNvPr>
          <p:cNvGrpSpPr/>
          <p:nvPr/>
        </p:nvGrpSpPr>
        <p:grpSpPr>
          <a:xfrm rot="6900000">
            <a:off x="692481" y="667835"/>
            <a:ext cx="94279" cy="428376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1AF17A12-FD71-A90A-BC84-0913638C6B41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A06FFC6-8B5C-0B12-84D2-389B4387E7FC}"/>
                </a:ext>
              </a:extLst>
            </p:cNvPr>
            <p:cNvCxnSpPr>
              <a:cxnSpLocks/>
              <a:stCxn id="59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F3BC317-A73E-E624-10D7-69357C2463B8}"/>
                </a:ext>
              </a:extLst>
            </p:cNvPr>
            <p:cNvCxnSpPr>
              <a:cxnSpLocks/>
              <a:stCxn id="59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E4D9A59-E3F9-5FAD-90DF-F75CBDBB566B}"/>
              </a:ext>
            </a:extLst>
          </p:cNvPr>
          <p:cNvGrpSpPr/>
          <p:nvPr/>
        </p:nvGrpSpPr>
        <p:grpSpPr>
          <a:xfrm rot="4020000">
            <a:off x="712306" y="447518"/>
            <a:ext cx="94279" cy="428376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2F8E528E-1B2B-A4C8-FFC2-C7469DC38620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8D26822-7300-5E0F-9DD4-0022129F3F74}"/>
                </a:ext>
              </a:extLst>
            </p:cNvPr>
            <p:cNvCxnSpPr>
              <a:cxnSpLocks/>
              <a:stCxn id="63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8DCA865-C965-6449-C4E1-D7243FD0EB28}"/>
                </a:ext>
              </a:extLst>
            </p:cNvPr>
            <p:cNvCxnSpPr>
              <a:cxnSpLocks/>
              <a:stCxn id="63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7AEAA1B-410E-0E9E-FE0F-DF0F0BF094F2}"/>
              </a:ext>
            </a:extLst>
          </p:cNvPr>
          <p:cNvSpPr/>
          <p:nvPr/>
        </p:nvSpPr>
        <p:spPr>
          <a:xfrm>
            <a:off x="90242" y="1667830"/>
            <a:ext cx="781415" cy="293519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FC78D88-7B31-88D5-4096-1BFF6929C4A4}"/>
              </a:ext>
            </a:extLst>
          </p:cNvPr>
          <p:cNvSpPr txBox="1"/>
          <p:nvPr/>
        </p:nvSpPr>
        <p:spPr>
          <a:xfrm>
            <a:off x="38367" y="1643318"/>
            <a:ext cx="906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Rectifier</a:t>
            </a:r>
            <a:endParaRPr lang="en-GB" sz="1400" noProof="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FC2FD3-9615-EAD2-6590-9360BE4BAC5B}"/>
              </a:ext>
            </a:extLst>
          </p:cNvPr>
          <p:cNvSpPr txBox="1"/>
          <p:nvPr/>
        </p:nvSpPr>
        <p:spPr>
          <a:xfrm>
            <a:off x="51271" y="2364935"/>
            <a:ext cx="9745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Envelope</a:t>
            </a:r>
          </a:p>
          <a:p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detector</a:t>
            </a:r>
            <a:endParaRPr lang="en-GB" sz="1200" noProof="0" dirty="0"/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0340A93A-598F-1188-9DB2-9E21F02744D8}"/>
              </a:ext>
            </a:extLst>
          </p:cNvPr>
          <p:cNvCxnSpPr>
            <a:cxnSpLocks/>
            <a:endCxn id="66" idx="0"/>
          </p:cNvCxnSpPr>
          <p:nvPr/>
        </p:nvCxnSpPr>
        <p:spPr>
          <a:xfrm rot="5400000">
            <a:off x="334421" y="1521301"/>
            <a:ext cx="303729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76B20E6E-00C9-C44A-2E1E-FBB536B375F6}"/>
              </a:ext>
            </a:extLst>
          </p:cNvPr>
          <p:cNvSpPr/>
          <p:nvPr/>
        </p:nvSpPr>
        <p:spPr>
          <a:xfrm>
            <a:off x="33698" y="2364017"/>
            <a:ext cx="906858" cy="587010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F622C8A2-EB14-76CB-CC7F-E405F4E8A8A6}"/>
              </a:ext>
            </a:extLst>
          </p:cNvPr>
          <p:cNvCxnSpPr>
            <a:cxnSpLocks/>
            <a:stCxn id="67" idx="2"/>
            <a:endCxn id="70" idx="0"/>
          </p:cNvCxnSpPr>
          <p:nvPr/>
        </p:nvCxnSpPr>
        <p:spPr>
          <a:xfrm rot="5400000">
            <a:off x="283001" y="2155222"/>
            <a:ext cx="412922" cy="466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3E3E3C56-017E-1010-A317-25BAF5B41DB0}"/>
              </a:ext>
            </a:extLst>
          </p:cNvPr>
          <p:cNvSpPr/>
          <p:nvPr/>
        </p:nvSpPr>
        <p:spPr>
          <a:xfrm>
            <a:off x="1183534" y="2447726"/>
            <a:ext cx="525799" cy="431994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E5634F6-560D-AE87-E779-660E4D86C1EB}"/>
              </a:ext>
            </a:extLst>
          </p:cNvPr>
          <p:cNvSpPr txBox="1"/>
          <p:nvPr/>
        </p:nvSpPr>
        <p:spPr>
          <a:xfrm>
            <a:off x="1194836" y="2490871"/>
            <a:ext cx="520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ADC</a:t>
            </a:r>
            <a:endParaRPr lang="en-GB" sz="1400" noProof="0" dirty="0"/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DBB01A4C-7E3B-4659-CEFD-609021962C14}"/>
              </a:ext>
            </a:extLst>
          </p:cNvPr>
          <p:cNvCxnSpPr>
            <a:cxnSpLocks/>
            <a:stCxn id="70" idx="3"/>
            <a:endCxn id="73" idx="1"/>
          </p:cNvCxnSpPr>
          <p:nvPr/>
        </p:nvCxnSpPr>
        <p:spPr>
          <a:xfrm flipV="1">
            <a:off x="940556" y="2644760"/>
            <a:ext cx="254280" cy="127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511B8855-286F-B266-A91A-B72930224BF6}"/>
              </a:ext>
            </a:extLst>
          </p:cNvPr>
          <p:cNvCxnSpPr>
            <a:cxnSpLocks/>
            <a:stCxn id="73" idx="3"/>
            <a:endCxn id="18" idx="1"/>
          </p:cNvCxnSpPr>
          <p:nvPr/>
        </p:nvCxnSpPr>
        <p:spPr>
          <a:xfrm>
            <a:off x="1714934" y="2644760"/>
            <a:ext cx="165210" cy="1017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F726B62E-2FBF-D1B1-D30B-D2ABD6FF3747}"/>
              </a:ext>
            </a:extLst>
          </p:cNvPr>
          <p:cNvSpPr/>
          <p:nvPr/>
        </p:nvSpPr>
        <p:spPr>
          <a:xfrm>
            <a:off x="2964314" y="2438241"/>
            <a:ext cx="525799" cy="431994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BA5E9CB-DCF3-027D-A132-1B748659BC43}"/>
              </a:ext>
            </a:extLst>
          </p:cNvPr>
          <p:cNvSpPr txBox="1"/>
          <p:nvPr/>
        </p:nvSpPr>
        <p:spPr>
          <a:xfrm>
            <a:off x="2975617" y="2481387"/>
            <a:ext cx="520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DAC</a:t>
            </a:r>
            <a:endParaRPr lang="en-GB" sz="1400" noProof="0" dirty="0"/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B3D9D3EF-989B-7CF3-DB8C-7C4AC45408A8}"/>
              </a:ext>
            </a:extLst>
          </p:cNvPr>
          <p:cNvCxnSpPr>
            <a:cxnSpLocks/>
            <a:stCxn id="22" idx="3"/>
            <a:endCxn id="76" idx="1"/>
          </p:cNvCxnSpPr>
          <p:nvPr/>
        </p:nvCxnSpPr>
        <p:spPr>
          <a:xfrm>
            <a:off x="2792603" y="2642589"/>
            <a:ext cx="171711" cy="1164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09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9BB40-CB43-CF7A-4D49-229D300B1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8" y="0"/>
            <a:ext cx="5130641" cy="1325160"/>
          </a:xfrm>
        </p:spPr>
        <p:txBody>
          <a:bodyPr/>
          <a:lstStyle/>
          <a:p>
            <a:r>
              <a:rPr lang="en-US" dirty="0"/>
              <a:t>3GPP </a:t>
            </a:r>
            <a:r>
              <a:rPr lang="en-US" dirty="0" err="1"/>
              <a:t>Ricean</a:t>
            </a:r>
            <a:r>
              <a:rPr lang="en-US" dirty="0"/>
              <a:t> Channel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C962BB-7344-BAC3-3C10-4C6070C7A1C5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93933-871D-43A0-B4A5-0050B42A6D23}" type="slidenum">
              <a:rPr lang="en-DE" smtClean="0"/>
              <a:t>5</a:t>
            </a:fld>
            <a:endParaRPr lang="en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4414EE-C767-CAAF-7DC7-CC4B7EAD0949}"/>
              </a:ext>
            </a:extLst>
          </p:cNvPr>
          <p:cNvSpPr txBox="1"/>
          <p:nvPr/>
        </p:nvSpPr>
        <p:spPr>
          <a:xfrm>
            <a:off x="85110" y="6238830"/>
            <a:ext cx="1071623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[1] J. Zhang, C. Pan, F. Pei, G. Liu, and X. Cheng, “Three-dimensional fading channel models: A survey of elevation angle research,” IEEE Communications Magazine, vol. 52, no. 6, pp. 218–226, Jun. 2014, </a:t>
            </a:r>
            <a:r>
              <a:rPr lang="en-US" sz="1100" dirty="0" err="1"/>
              <a:t>doi</a:t>
            </a:r>
            <a:r>
              <a:rPr lang="en-US" sz="1100" dirty="0"/>
              <a:t>: 10.1109/MCOM.2014.6829967.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E5109E-6DDF-2C2F-9F8D-51187BF63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8" y="1206423"/>
            <a:ext cx="8001610" cy="39600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948B8C-C13F-ED08-6935-C65008D0D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089" y="4474245"/>
            <a:ext cx="6563641" cy="161947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26EA4FA-4FDB-BF1E-2EDD-7E39D5ADD6C9}"/>
              </a:ext>
            </a:extLst>
          </p:cNvPr>
          <p:cNvSpPr/>
          <p:nvPr/>
        </p:nvSpPr>
        <p:spPr>
          <a:xfrm>
            <a:off x="11149781" y="4474245"/>
            <a:ext cx="577949" cy="6922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92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452C63-EDD3-3BA0-86FA-2B019B489430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93933-871D-43A0-B4A5-0050B42A6D23}" type="slidenum">
              <a:rPr lang="en-DE" smtClean="0"/>
              <a:t>6</a:t>
            </a:fld>
            <a:endParaRPr lang="en-DE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F4FF559-841B-FB79-3AC3-00EBA472F7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0987" y="1400854"/>
            <a:ext cx="6279226" cy="4354379"/>
          </a:xfrm>
          <a:prstGeom prst="rect">
            <a:avLst/>
          </a:pr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FF4462F4-F0D7-A880-C43F-4B53017A0355}"/>
              </a:ext>
            </a:extLst>
          </p:cNvPr>
          <p:cNvSpPr/>
          <p:nvPr/>
        </p:nvSpPr>
        <p:spPr>
          <a:xfrm rot="8942623">
            <a:off x="1234720" y="2515821"/>
            <a:ext cx="3739570" cy="3492611"/>
          </a:xfrm>
          <a:prstGeom prst="triangle">
            <a:avLst>
              <a:gd name="adj" fmla="val 79567"/>
            </a:avLst>
          </a:prstGeom>
          <a:solidFill>
            <a:srgbClr val="FFE6CB">
              <a:alpha val="31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C8C300-2565-B3B5-94F2-FDB8D76DC8F2}"/>
              </a:ext>
            </a:extLst>
          </p:cNvPr>
          <p:cNvSpPr txBox="1"/>
          <p:nvPr/>
        </p:nvSpPr>
        <p:spPr>
          <a:xfrm>
            <a:off x="365473" y="1324701"/>
            <a:ext cx="9493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300" dirty="0">
                <a:solidFill>
                  <a:srgbClr val="000000"/>
                </a:solidFill>
                <a:latin typeface="Calibri"/>
              </a:rPr>
              <a:t>SIMs</a:t>
            </a:r>
            <a:endParaRPr lang="en-GB" sz="23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5FB803E-B4F3-6C66-0DB4-4328F865D197}"/>
              </a:ext>
            </a:extLst>
          </p:cNvPr>
          <p:cNvGrpSpPr>
            <a:grpSpLocks noChangeAspect="1"/>
          </p:cNvGrpSpPr>
          <p:nvPr/>
        </p:nvGrpSpPr>
        <p:grpSpPr>
          <a:xfrm>
            <a:off x="2506294" y="3858414"/>
            <a:ext cx="598211" cy="807424"/>
            <a:chOff x="4053780" y="2577311"/>
            <a:chExt cx="804417" cy="108574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36D6792-4DA6-52BF-C90E-1C81A484D91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53780" y="2949988"/>
              <a:ext cx="804417" cy="713070"/>
              <a:chOff x="1758028" y="3687481"/>
              <a:chExt cx="1312148" cy="1163145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F22E41D9-CDA3-40F4-F179-4625A2410A5A}"/>
                  </a:ext>
                </a:extLst>
              </p:cNvPr>
              <p:cNvGrpSpPr/>
              <p:nvPr/>
            </p:nvGrpSpPr>
            <p:grpSpPr>
              <a:xfrm>
                <a:off x="2615571" y="4393426"/>
                <a:ext cx="454605" cy="457200"/>
                <a:chOff x="2615571" y="4393426"/>
                <a:chExt cx="454605" cy="457200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1AAEA384-7B8C-50B0-EF89-7166EF1C33EF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solidFill>
                  <a:schemeClr val="bg1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300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03B770DB-7DF0-43C6-E9A6-59BBDE6DE96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300" dirty="0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A2A4C9EC-D261-6AA3-151C-7C2BE9BAC3AD}"/>
                  </a:ext>
                </a:extLst>
              </p:cNvPr>
              <p:cNvGrpSpPr/>
              <p:nvPr/>
            </p:nvGrpSpPr>
            <p:grpSpPr>
              <a:xfrm>
                <a:off x="1758028" y="4383486"/>
                <a:ext cx="454605" cy="457200"/>
                <a:chOff x="2615571" y="4393426"/>
                <a:chExt cx="454605" cy="457200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B4C8B30D-572C-913A-E75F-BE8F301DBAB0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solidFill>
                  <a:schemeClr val="bg1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300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6CA91B38-2072-6C39-3B47-C9CFE5B2B68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300"/>
                </a:p>
              </p:txBody>
            </p:sp>
          </p:grp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D78F9ECD-749A-AFFD-913B-897BA4E6091E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>
                <a:off x="2212633" y="4612086"/>
                <a:ext cx="402938" cy="994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B5FBEF9E-94F7-4FFE-ACBF-E71A4E09E7CE}"/>
                  </a:ext>
                </a:extLst>
              </p:cNvPr>
              <p:cNvCxnSpPr>
                <a:cxnSpLocks/>
                <a:stCxn id="40" idx="0"/>
              </p:cNvCxnSpPr>
              <p:nvPr/>
            </p:nvCxnSpPr>
            <p:spPr>
              <a:xfrm flipV="1">
                <a:off x="1985331" y="4223565"/>
                <a:ext cx="0" cy="159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2AAEED71-7B49-26E9-D634-5F4D81D926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83863" y="4120488"/>
                <a:ext cx="118781" cy="11260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4AAF596C-CF6D-2F4D-9904-8EC4646123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02644" y="4120488"/>
                <a:ext cx="74314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9C83D46-A17B-46C9-ECE5-D5C749BF6E31}"/>
                  </a:ext>
                </a:extLst>
              </p:cNvPr>
              <p:cNvCxnSpPr>
                <a:cxnSpLocks/>
                <a:stCxn id="42" idx="0"/>
              </p:cNvCxnSpPr>
              <p:nvPr/>
            </p:nvCxnSpPr>
            <p:spPr>
              <a:xfrm flipV="1">
                <a:off x="2842874" y="4120488"/>
                <a:ext cx="5839" cy="27293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AE540074-585F-D80C-C115-64F5629FD883}"/>
                  </a:ext>
                </a:extLst>
              </p:cNvPr>
              <p:cNvCxnSpPr/>
              <p:nvPr/>
            </p:nvCxnSpPr>
            <p:spPr>
              <a:xfrm>
                <a:off x="1981482" y="4303525"/>
                <a:ext cx="34579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7652EC0-0B14-444D-FC43-4B8EA15633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3356" y="4120488"/>
                <a:ext cx="214398" cy="18303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F84BC44-A871-BFBB-DE62-EDB61E0668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6967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64EA252-63B5-E74C-3864-772E2DD1FF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15571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D61BBD6-1405-C4A9-1051-17F590B05AB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94458" y="3687481"/>
                <a:ext cx="200126" cy="201267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300" dirty="0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CD21B35-62EA-1263-2745-9401F4EA46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4531" y="3732390"/>
                <a:ext cx="131835" cy="132589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9B703DF6-7C28-149C-07FD-638FC7662BD3}"/>
                  </a:ext>
                </a:extLst>
              </p:cNvPr>
              <p:cNvCxnSpPr>
                <a:stCxn id="32" idx="4"/>
                <a:endCxn id="33" idx="4"/>
              </p:cNvCxnSpPr>
              <p:nvPr/>
            </p:nvCxnSpPr>
            <p:spPr>
              <a:xfrm flipH="1" flipV="1">
                <a:off x="2140449" y="3864979"/>
                <a:ext cx="454072" cy="2376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1AE4ABCD-6A21-B047-F0CB-EA9FB14F5994}"/>
                  </a:ext>
                </a:extLst>
              </p:cNvPr>
              <p:cNvCxnSpPr>
                <a:cxnSpLocks/>
                <a:stCxn id="32" idx="0"/>
                <a:endCxn id="33" idx="0"/>
              </p:cNvCxnSpPr>
              <p:nvPr/>
            </p:nvCxnSpPr>
            <p:spPr>
              <a:xfrm flipH="1">
                <a:off x="2140450" y="3687481"/>
                <a:ext cx="454071" cy="4491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617F4C6-604C-D81F-04C9-9B30DB5501A2}"/>
                  </a:ext>
                </a:extLst>
              </p:cNvPr>
              <p:cNvCxnSpPr>
                <a:stCxn id="33" idx="2"/>
              </p:cNvCxnSpPr>
              <p:nvPr/>
            </p:nvCxnSpPr>
            <p:spPr>
              <a:xfrm flipH="1" flipV="1">
                <a:off x="1981482" y="3798684"/>
                <a:ext cx="93049" cy="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B322C3CD-4173-7703-CD04-38B72849CF2F}"/>
                  </a:ext>
                </a:extLst>
              </p:cNvPr>
              <p:cNvCxnSpPr/>
              <p:nvPr/>
            </p:nvCxnSpPr>
            <p:spPr>
              <a:xfrm flipV="1">
                <a:off x="1981482" y="3709935"/>
                <a:ext cx="0" cy="16475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C4133430-29CE-F968-3402-ED8CFA196ED9}"/>
                  </a:ext>
                </a:extLst>
              </p:cNvPr>
              <p:cNvCxnSpPr/>
              <p:nvPr/>
            </p:nvCxnSpPr>
            <p:spPr>
              <a:xfrm flipH="1">
                <a:off x="1840706" y="3709935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4C73B92-F8F1-F676-1229-88103FF7B6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45353" y="3838066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0" name="Graphic 19" descr="Wireless with solid fill">
              <a:extLst>
                <a:ext uri="{FF2B5EF4-FFF2-40B4-BE49-F238E27FC236}">
                  <a16:creationId xmlns:a16="http://schemas.microsoft.com/office/drawing/2014/main" id="{BB970CBD-97EF-C5C9-1018-A5166D362B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955696">
              <a:off x="4232021" y="2577311"/>
              <a:ext cx="322586" cy="297515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88B6712-8B2D-83E2-478E-5B2DD875A38D}"/>
              </a:ext>
            </a:extLst>
          </p:cNvPr>
          <p:cNvGrpSpPr>
            <a:grpSpLocks noChangeAspect="1"/>
          </p:cNvGrpSpPr>
          <p:nvPr/>
        </p:nvGrpSpPr>
        <p:grpSpPr>
          <a:xfrm>
            <a:off x="721080" y="1421801"/>
            <a:ext cx="833586" cy="1106442"/>
            <a:chOff x="308680" y="74549"/>
            <a:chExt cx="1207779" cy="1603119"/>
          </a:xfrm>
        </p:grpSpPr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1060AEEB-E5D6-7933-BB81-D93BB9AA2B87}"/>
                </a:ext>
              </a:extLst>
            </p:cNvPr>
            <p:cNvSpPr/>
            <p:nvPr/>
          </p:nvSpPr>
          <p:spPr>
            <a:xfrm rot="1707345">
              <a:off x="396523" y="74549"/>
              <a:ext cx="911304" cy="1603119"/>
            </a:xfrm>
            <a:prstGeom prst="cube">
              <a:avLst>
                <a:gd name="adj" fmla="val 83014"/>
              </a:avLst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0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DB933C2-76CF-EB9E-3395-E9DF23A9FC6D}"/>
                </a:ext>
              </a:extLst>
            </p:cNvPr>
            <p:cNvGrpSpPr/>
            <p:nvPr/>
          </p:nvGrpSpPr>
          <p:grpSpPr>
            <a:xfrm>
              <a:off x="308680" y="1202745"/>
              <a:ext cx="198834" cy="160496"/>
              <a:chOff x="247650" y="1180148"/>
              <a:chExt cx="198834" cy="160496"/>
            </a:xfrm>
          </p:grpSpPr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E5DCB7A-2F1E-2B9B-F8BD-9E7909A463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0FA50D0B-B88A-4FE9-7315-7BEDFD1D78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FAE6215E-EB23-1FE0-1694-CA2F08F217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9E9963A5-DF3B-F592-DDFC-0794F57AE0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30C9804-3EBE-FEE0-B4C1-48AEBF086842}"/>
                </a:ext>
              </a:extLst>
            </p:cNvPr>
            <p:cNvGrpSpPr/>
            <p:nvPr/>
          </p:nvGrpSpPr>
          <p:grpSpPr>
            <a:xfrm>
              <a:off x="564105" y="1123928"/>
              <a:ext cx="198834" cy="160496"/>
              <a:chOff x="247650" y="1180148"/>
              <a:chExt cx="198834" cy="160496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0017F9DA-AAFA-DD95-3FE3-AF2D5D901E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05983082-A405-E5FB-BB1C-3970F64C89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AD3A066D-F06D-A214-A3D5-FBBF09EC1E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90B3B91C-8D0A-6DCB-B900-E8D2159AF3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6954415-358E-DEED-1277-84F233F63A90}"/>
                </a:ext>
              </a:extLst>
            </p:cNvPr>
            <p:cNvGrpSpPr/>
            <p:nvPr/>
          </p:nvGrpSpPr>
          <p:grpSpPr>
            <a:xfrm>
              <a:off x="821425" y="1053085"/>
              <a:ext cx="198834" cy="160496"/>
              <a:chOff x="247650" y="1180148"/>
              <a:chExt cx="198834" cy="160496"/>
            </a:xfrm>
          </p:grpSpPr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EBFE0D01-6C7C-6CFD-0D64-512EEA5DD2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D56EA883-D563-70A2-DE7F-E2455D98D9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E22D4812-7F8E-809F-274D-C495E6309E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5D976AF1-6534-63EF-4C8C-1567CB879D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B4B853EF-F9D2-0857-646A-A3A6D43DA1B4}"/>
                </a:ext>
              </a:extLst>
            </p:cNvPr>
            <p:cNvGrpSpPr/>
            <p:nvPr/>
          </p:nvGrpSpPr>
          <p:grpSpPr>
            <a:xfrm>
              <a:off x="1056284" y="987125"/>
              <a:ext cx="198834" cy="160496"/>
              <a:chOff x="247650" y="1180148"/>
              <a:chExt cx="198834" cy="160496"/>
            </a:xfrm>
          </p:grpSpPr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813AAE8B-551F-EDD0-BBDA-606AFB4964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294ADAA2-56BE-D664-8509-66ED975E97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7AA06472-55F3-6E3C-1259-C7A8DB4C28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996E1728-A2DD-F13F-70BB-26EBA03FB1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79C99B8-E046-73D8-0624-37BA3F648B0A}"/>
                </a:ext>
              </a:extLst>
            </p:cNvPr>
            <p:cNvGrpSpPr/>
            <p:nvPr/>
          </p:nvGrpSpPr>
          <p:grpSpPr>
            <a:xfrm>
              <a:off x="389643" y="1031415"/>
              <a:ext cx="198834" cy="160496"/>
              <a:chOff x="247650" y="1180148"/>
              <a:chExt cx="198834" cy="160496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9ABD36CB-D444-87E9-1996-4771E00BF3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67127836-2EBA-3F7A-E758-D15222EDC0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FE4CB1F1-767B-C814-5FDD-F999C721A7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FD1ABA9A-A169-144A-5F73-1D352ECADB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AB7FDE0-B7E3-CD82-0DBD-DCB0C72F836A}"/>
                </a:ext>
              </a:extLst>
            </p:cNvPr>
            <p:cNvGrpSpPr/>
            <p:nvPr/>
          </p:nvGrpSpPr>
          <p:grpSpPr>
            <a:xfrm>
              <a:off x="645068" y="952598"/>
              <a:ext cx="198834" cy="160496"/>
              <a:chOff x="247650" y="1180148"/>
              <a:chExt cx="198834" cy="160496"/>
            </a:xfrm>
          </p:grpSpPr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02505D0F-120F-4AA7-32C6-6129B103B5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84172606-4FAA-DC43-589A-FE0A6D9585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E19166EE-A7AA-754C-F7B3-882E28AF97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D1554686-E967-4D87-BF8F-B26B239CEA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92DE06C-260A-4876-B3D3-94AE6AB37E4C}"/>
                </a:ext>
              </a:extLst>
            </p:cNvPr>
            <p:cNvGrpSpPr/>
            <p:nvPr/>
          </p:nvGrpSpPr>
          <p:grpSpPr>
            <a:xfrm>
              <a:off x="902388" y="881755"/>
              <a:ext cx="198834" cy="160496"/>
              <a:chOff x="247650" y="1180148"/>
              <a:chExt cx="198834" cy="160496"/>
            </a:xfrm>
          </p:grpSpPr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D113FE6E-8D64-CBF7-38DB-309D2E163C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CDCF2A87-3E5C-C446-8FCC-EC346260BB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F9F5B479-6119-C565-B73D-BCFF55FFE6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D9DFECB4-630D-2988-E304-CB024FBC39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F2E3DC8-85C4-C8D5-997B-89877F91624C}"/>
                </a:ext>
              </a:extLst>
            </p:cNvPr>
            <p:cNvGrpSpPr/>
            <p:nvPr/>
          </p:nvGrpSpPr>
          <p:grpSpPr>
            <a:xfrm>
              <a:off x="1137247" y="815795"/>
              <a:ext cx="198834" cy="160496"/>
              <a:chOff x="247650" y="1180148"/>
              <a:chExt cx="198834" cy="160496"/>
            </a:xfrm>
          </p:grpSpPr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972E9307-1D79-CEE9-F335-73B6809222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67DE9509-FD63-BA89-255A-EBD5C84A8C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D13C0D1-318A-6DCD-7FDF-5A9C5E91E2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A834AA31-F158-652F-6BC3-AB9F98D901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9856E57-5533-3543-9B37-5F4A877C3C18}"/>
                </a:ext>
              </a:extLst>
            </p:cNvPr>
            <p:cNvGrpSpPr/>
            <p:nvPr/>
          </p:nvGrpSpPr>
          <p:grpSpPr>
            <a:xfrm>
              <a:off x="489058" y="854013"/>
              <a:ext cx="198834" cy="160496"/>
              <a:chOff x="247650" y="1180148"/>
              <a:chExt cx="198834" cy="160496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F13A27E-3393-00D6-0ED5-D1FBEBBFFD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8D6407AD-11AF-9B87-21DE-F8DB121542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3A238B84-CAE2-5504-B86D-61352AE514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26AD188E-0B34-60B9-F464-99A21D1121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B0569FAA-8FD0-8B57-75C3-46DF6F23C8DD}"/>
                </a:ext>
              </a:extLst>
            </p:cNvPr>
            <p:cNvGrpSpPr/>
            <p:nvPr/>
          </p:nvGrpSpPr>
          <p:grpSpPr>
            <a:xfrm>
              <a:off x="744483" y="775196"/>
              <a:ext cx="198834" cy="160496"/>
              <a:chOff x="247650" y="1180148"/>
              <a:chExt cx="198834" cy="160496"/>
            </a:xfrm>
          </p:grpSpPr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ABEA3E9-EEC6-DB0C-7AB3-263C35DC0C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65D79B28-42D8-5C6D-8914-74F90E720D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11C2289F-B7F8-D497-5FCE-F913A41BF6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D5E66AF3-9A0E-963B-2345-5A7DF26C77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A7A0DD0-08FC-8F89-79A1-49FE49436102}"/>
                </a:ext>
              </a:extLst>
            </p:cNvPr>
            <p:cNvGrpSpPr/>
            <p:nvPr/>
          </p:nvGrpSpPr>
          <p:grpSpPr>
            <a:xfrm>
              <a:off x="1001803" y="704353"/>
              <a:ext cx="198834" cy="160496"/>
              <a:chOff x="247650" y="1180148"/>
              <a:chExt cx="198834" cy="160496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1BF6C7B1-FC5B-7A04-42B6-34E005A4CB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89E7874E-48BF-C303-DA3F-24CD7222BD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04FAC05C-0A35-6C77-9F94-7EECCCEBFE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EF22355F-68E7-3501-68B5-1B871A9830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89382DA-BD7F-2AB3-112F-3EDBA4CD62B2}"/>
                </a:ext>
              </a:extLst>
            </p:cNvPr>
            <p:cNvGrpSpPr/>
            <p:nvPr/>
          </p:nvGrpSpPr>
          <p:grpSpPr>
            <a:xfrm>
              <a:off x="1236662" y="638393"/>
              <a:ext cx="198834" cy="160496"/>
              <a:chOff x="247650" y="1180148"/>
              <a:chExt cx="198834" cy="160496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C3BD653-58E1-2251-3810-D0A40D9361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B49DAA43-D5D8-33C2-EB28-CA833BECA2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B5F6238A-2239-B5EA-0181-6753849EC1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09EF677-AC47-1BBA-BC53-3F6F7EEAA8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BF13C29-0861-543C-6B42-7245F5152B29}"/>
                </a:ext>
              </a:extLst>
            </p:cNvPr>
            <p:cNvGrpSpPr/>
            <p:nvPr/>
          </p:nvGrpSpPr>
          <p:grpSpPr>
            <a:xfrm>
              <a:off x="570021" y="682683"/>
              <a:ext cx="198834" cy="160496"/>
              <a:chOff x="247650" y="1180148"/>
              <a:chExt cx="198834" cy="160496"/>
            </a:xfrm>
          </p:grpSpPr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07C6F97B-2D78-B78F-3FCE-47DA011DBD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D9E2D73B-5CC5-8ECA-11F3-1A69175B2F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7E5B248B-95F5-1284-2810-1FA69FA65F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59F279C9-F92C-5242-C720-FB45C2DECC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6816934F-AF11-D6B5-8401-13BBD8D3FE0E}"/>
                </a:ext>
              </a:extLst>
            </p:cNvPr>
            <p:cNvGrpSpPr/>
            <p:nvPr/>
          </p:nvGrpSpPr>
          <p:grpSpPr>
            <a:xfrm>
              <a:off x="825446" y="603866"/>
              <a:ext cx="198834" cy="160496"/>
              <a:chOff x="247650" y="1180148"/>
              <a:chExt cx="198834" cy="160496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2FC1D6A1-43A2-0F6E-01BC-2D4C58FB25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AC8E4016-4912-7119-11A3-C7D8CBE70B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9FB4AE36-E15D-528F-A779-32AF4937E0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C79FDBB-B945-A193-B830-BB7CA2339A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9731E4F-1BD7-7652-0F7A-9E8F4FD94A7A}"/>
                </a:ext>
              </a:extLst>
            </p:cNvPr>
            <p:cNvGrpSpPr/>
            <p:nvPr/>
          </p:nvGrpSpPr>
          <p:grpSpPr>
            <a:xfrm>
              <a:off x="1082766" y="533023"/>
              <a:ext cx="198834" cy="160496"/>
              <a:chOff x="247650" y="1180148"/>
              <a:chExt cx="198834" cy="160496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B922D2A0-205F-77BF-6B17-3DAEF6B069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991329C1-1F4C-9E1D-1A74-D19B52E28E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37DA0C5D-D105-48FF-BFC7-5AA3F23DB7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B6DC4AA9-44E1-5BFE-3B12-A0058B8A41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522120C-78A8-B1D0-829B-B10C3CAEA4E9}"/>
                </a:ext>
              </a:extLst>
            </p:cNvPr>
            <p:cNvGrpSpPr/>
            <p:nvPr/>
          </p:nvGrpSpPr>
          <p:grpSpPr>
            <a:xfrm>
              <a:off x="1317625" y="467063"/>
              <a:ext cx="198834" cy="160496"/>
              <a:chOff x="247650" y="1180148"/>
              <a:chExt cx="198834" cy="160496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00B2B6B-3F30-A214-3257-F8F2BB0A01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102CE60C-3125-7CB2-B154-62DFFE73C3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1031C3C8-6A94-A0C6-3D57-0065E5F5E3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E3C07D1E-2D6D-48C8-1B72-48213E3F87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0938CB42-49B7-7D21-F04B-DA43650EA525}"/>
              </a:ext>
            </a:extLst>
          </p:cNvPr>
          <p:cNvCxnSpPr>
            <a:cxnSpLocks/>
            <a:stCxn id="45" idx="3"/>
            <a:endCxn id="16" idx="4"/>
          </p:cNvCxnSpPr>
          <p:nvPr/>
        </p:nvCxnSpPr>
        <p:spPr>
          <a:xfrm flipH="1">
            <a:off x="602781" y="2337014"/>
            <a:ext cx="287" cy="138933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9AF65FB-152D-8A2E-B8F2-DF964ADA093C}"/>
                  </a:ext>
                </a:extLst>
              </p:cNvPr>
              <p:cNvSpPr txBox="1"/>
              <p:nvPr/>
            </p:nvSpPr>
            <p:spPr>
              <a:xfrm rot="16200000">
                <a:off x="136358" y="2474098"/>
                <a:ext cx="6799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300" dirty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300" dirty="0"/>
                  <a:t> m</a:t>
                </a:r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9AF65FB-152D-8A2E-B8F2-DF964ADA0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36358" y="2474098"/>
                <a:ext cx="679994" cy="461665"/>
              </a:xfrm>
              <a:prstGeom prst="rect">
                <a:avLst/>
              </a:prstGeom>
              <a:blipFill>
                <a:blip r:embed="rId4"/>
                <a:stretch>
                  <a:fillRect l="-7895" t="-9910" r="-26316" b="-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24233091-D66E-8F08-F8DB-3328602D310D}"/>
                  </a:ext>
                </a:extLst>
              </p:cNvPr>
              <p:cNvSpPr txBox="1"/>
              <p:nvPr/>
            </p:nvSpPr>
            <p:spPr>
              <a:xfrm rot="19600954">
                <a:off x="971344" y="2800851"/>
                <a:ext cx="8499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300" i="1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300" dirty="0"/>
                  <a:t> m</a:t>
                </a:r>
              </a:p>
            </p:txBody>
          </p:sp>
        </mc:Choice>
        <mc:Fallback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24233091-D66E-8F08-F8DB-3328602D3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600954">
                <a:off x="971344" y="2800851"/>
                <a:ext cx="849913" cy="461665"/>
              </a:xfrm>
              <a:prstGeom prst="rect">
                <a:avLst/>
              </a:prstGeom>
              <a:blipFill>
                <a:blip r:embed="rId5"/>
                <a:stretch>
                  <a:fillRect t="-7092" r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184213E-760F-316A-A1B2-ED11BFF0AC71}"/>
                  </a:ext>
                </a:extLst>
              </p:cNvPr>
              <p:cNvSpPr txBox="1"/>
              <p:nvPr/>
            </p:nvSpPr>
            <p:spPr>
              <a:xfrm rot="2871700">
                <a:off x="587428" y="4212751"/>
                <a:ext cx="8499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300" i="1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300" dirty="0"/>
                  <a:t> m</a:t>
                </a:r>
              </a:p>
            </p:txBody>
          </p:sp>
        </mc:Choice>
        <mc:Fallback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184213E-760F-316A-A1B2-ED11BFF0A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871700">
                <a:off x="587428" y="4212751"/>
                <a:ext cx="849913" cy="461665"/>
              </a:xfrm>
              <a:prstGeom prst="rect">
                <a:avLst/>
              </a:prstGeom>
              <a:blipFill>
                <a:blip r:embed="rId6"/>
                <a:stretch>
                  <a:fillRect r="-7333" b="-12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9E94C16-617E-937F-43C0-30E48BD87B5F}"/>
                  </a:ext>
                </a:extLst>
              </p:cNvPr>
              <p:cNvSpPr txBox="1"/>
              <p:nvPr/>
            </p:nvSpPr>
            <p:spPr>
              <a:xfrm>
                <a:off x="878619" y="3583975"/>
                <a:ext cx="8723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300" dirty="0">
                          <a:latin typeface="Cambria Math" panose="02040503050406030204" pitchFamily="18" charset="0"/>
                        </a:rPr>
                        <m:t>120</m:t>
                      </m:r>
                      <m:r>
                        <a:rPr lang="en-GB" sz="2300" dirty="0"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US" sz="2300" dirty="0"/>
              </a:p>
            </p:txBody>
          </p:sp>
        </mc:Choice>
        <mc:Fallback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9E94C16-617E-937F-43C0-30E48BD87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619" y="3583975"/>
                <a:ext cx="8723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Arc 130">
            <a:extLst>
              <a:ext uri="{FF2B5EF4-FFF2-40B4-BE49-F238E27FC236}">
                <a16:creationId xmlns:a16="http://schemas.microsoft.com/office/drawing/2014/main" id="{C7098E6E-F3F1-E2D6-FE28-4080864D7802}"/>
              </a:ext>
            </a:extLst>
          </p:cNvPr>
          <p:cNvSpPr/>
          <p:nvPr/>
        </p:nvSpPr>
        <p:spPr>
          <a:xfrm>
            <a:off x="-1" y="3218869"/>
            <a:ext cx="914400" cy="914400"/>
          </a:xfrm>
          <a:prstGeom prst="arc">
            <a:avLst>
              <a:gd name="adj1" fmla="val 20807934"/>
              <a:gd name="adj2" fmla="val 226165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00"/>
          </a:p>
        </p:txBody>
      </p:sp>
    </p:spTree>
    <p:extLst>
      <p:ext uri="{BB962C8B-B14F-4D97-AF65-F5344CB8AC3E}">
        <p14:creationId xmlns:p14="http://schemas.microsoft.com/office/powerpoint/2010/main" val="3051816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D2184-22BC-A1FF-C103-39E6FE6D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93DF7A4-BC7A-9719-2796-00EF77AEA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164" y="875765"/>
            <a:ext cx="1058696" cy="10855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9A7C42-20BD-89A9-0F1C-D3977D45A066}"/>
              </a:ext>
            </a:extLst>
          </p:cNvPr>
          <p:cNvSpPr txBox="1"/>
          <p:nvPr/>
        </p:nvSpPr>
        <p:spPr>
          <a:xfrm>
            <a:off x="2931372" y="542483"/>
            <a:ext cx="797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SIM 1</a:t>
            </a:r>
            <a:endParaRPr lang="en-GB" sz="1400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052C9B-7C78-6745-1A4A-1805DBEBA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352" y="479139"/>
            <a:ext cx="1058696" cy="10855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51517BE-273A-E59A-45F1-18FE950E12EC}"/>
              </a:ext>
            </a:extLst>
          </p:cNvPr>
          <p:cNvSpPr txBox="1"/>
          <p:nvPr/>
        </p:nvSpPr>
        <p:spPr>
          <a:xfrm>
            <a:off x="1369357" y="139071"/>
            <a:ext cx="797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SIM 2</a:t>
            </a:r>
            <a:endParaRPr lang="en-GB" sz="14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D2D8AE-FC69-3603-411D-7E9F19B4D049}"/>
                  </a:ext>
                </a:extLst>
              </p:cNvPr>
              <p:cNvSpPr txBox="1"/>
              <p:nvPr/>
            </p:nvSpPr>
            <p:spPr>
              <a:xfrm>
                <a:off x="2963547" y="1219679"/>
                <a:ext cx="967430" cy="307777"/>
              </a:xfrm>
              <a:prstGeom prst="rect">
                <a:avLst/>
              </a:prstGeom>
              <a:solidFill>
                <a:srgbClr val="FFFFFF">
                  <a:alpha val="48000"/>
                </a:srgb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GB" sz="1400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GB" sz="1400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GB" sz="1400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DFT</m:t>
                      </m:r>
                    </m:oMath>
                  </m:oMathPara>
                </a14:m>
                <a:endParaRPr lang="en-GB" sz="1400" noProof="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D2D8AE-FC69-3603-411D-7E9F19B4D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547" y="1219679"/>
                <a:ext cx="96743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174F8E0D-E646-DB8F-1F34-4FD6F6F2A1ED}"/>
              </a:ext>
            </a:extLst>
          </p:cNvPr>
          <p:cNvSpPr txBox="1"/>
          <p:nvPr/>
        </p:nvSpPr>
        <p:spPr>
          <a:xfrm>
            <a:off x="1504460" y="715505"/>
            <a:ext cx="838563" cy="523220"/>
          </a:xfrm>
          <a:prstGeom prst="rect">
            <a:avLst/>
          </a:prstGeom>
          <a:solidFill>
            <a:srgbClr val="FFFFFF">
              <a:alpha val="48000"/>
            </a:srgb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1400" noProof="0" dirty="0"/>
              <a:t>Neural</a:t>
            </a:r>
          </a:p>
          <a:p>
            <a:pPr algn="ctr"/>
            <a:r>
              <a:rPr lang="en-GB" sz="1400" noProof="0" dirty="0"/>
              <a:t>Network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7FEF62A-224A-56D7-982E-FB58DD1BECDB}"/>
              </a:ext>
            </a:extLst>
          </p:cNvPr>
          <p:cNvSpPr/>
          <p:nvPr/>
        </p:nvSpPr>
        <p:spPr>
          <a:xfrm>
            <a:off x="1880144" y="2371867"/>
            <a:ext cx="906314" cy="566142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F74A4ADF-7721-9CF2-3B25-209C67662AF6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3495715" y="2041091"/>
            <a:ext cx="401272" cy="594185"/>
          </a:xfrm>
          <a:prstGeom prst="bentConnector2">
            <a:avLst/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9409B1-E4C6-B925-B56A-B46B2D9575C4}"/>
                  </a:ext>
                </a:extLst>
              </p:cNvPr>
              <p:cNvSpPr txBox="1"/>
              <p:nvPr/>
            </p:nvSpPr>
            <p:spPr>
              <a:xfrm>
                <a:off x="3527403" y="2192294"/>
                <a:ext cx="737089" cy="317203"/>
              </a:xfrm>
              <a:prstGeom prst="rect">
                <a:avLst/>
              </a:prstGeom>
              <a:solidFill>
                <a:srgbClr val="FFFFFF">
                  <a:alpha val="85000"/>
                </a:srgb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400" b="1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𝜰</m:t>
                          </m:r>
                        </m:e>
                        <m:sub>
                          <m:r>
                            <a:rPr lang="en-GB" sz="1400" i="1" noProof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 noProof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400" i="1" noProof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noProof="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9409B1-E4C6-B925-B56A-B46B2D957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403" y="2192294"/>
                <a:ext cx="737089" cy="317203"/>
              </a:xfrm>
              <a:prstGeom prst="rect">
                <a:avLst/>
              </a:prstGeom>
              <a:blipFill>
                <a:blip r:embed="rId4"/>
                <a:stretch>
                  <a:fillRect b="-370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Brace 20">
            <a:extLst>
              <a:ext uri="{FF2B5EF4-FFF2-40B4-BE49-F238E27FC236}">
                <a16:creationId xmlns:a16="http://schemas.microsoft.com/office/drawing/2014/main" id="{DCCDBD99-B23D-E9B9-459E-895A7C040066}"/>
              </a:ext>
            </a:extLst>
          </p:cNvPr>
          <p:cNvSpPr/>
          <p:nvPr/>
        </p:nvSpPr>
        <p:spPr>
          <a:xfrm rot="5400000">
            <a:off x="395211" y="732228"/>
            <a:ext cx="256841" cy="914068"/>
          </a:xfrm>
          <a:prstGeom prst="rightBrace">
            <a:avLst>
              <a:gd name="adj1" fmla="val 21960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348FD8-E0CF-D427-A115-DA289DA7FC67}"/>
              </a:ext>
            </a:extLst>
          </p:cNvPr>
          <p:cNvSpPr txBox="1"/>
          <p:nvPr/>
        </p:nvSpPr>
        <p:spPr>
          <a:xfrm>
            <a:off x="1885745" y="2488700"/>
            <a:ext cx="906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Q-Table</a:t>
            </a:r>
            <a:endParaRPr lang="en-GB" sz="1400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3D2B330-B6A9-BF1A-E1E8-A892D2770D16}"/>
              </a:ext>
            </a:extLst>
          </p:cNvPr>
          <p:cNvGrpSpPr>
            <a:grpSpLocks noChangeAspect="1"/>
          </p:cNvGrpSpPr>
          <p:nvPr/>
        </p:nvGrpSpPr>
        <p:grpSpPr>
          <a:xfrm>
            <a:off x="4170188" y="2663723"/>
            <a:ext cx="629767" cy="630921"/>
            <a:chOff x="3837320" y="2577311"/>
            <a:chExt cx="1214148" cy="1216373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94AEFD3-1AD2-8D17-5A6C-227A172B7357}"/>
                </a:ext>
              </a:extLst>
            </p:cNvPr>
            <p:cNvSpPr/>
            <p:nvPr/>
          </p:nvSpPr>
          <p:spPr>
            <a:xfrm>
              <a:off x="3837320" y="3466506"/>
              <a:ext cx="1214148" cy="327178"/>
            </a:xfrm>
            <a:prstGeom prst="ellipse">
              <a:avLst/>
            </a:prstGeom>
            <a:solidFill>
              <a:srgbClr val="FFE6CB"/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C8BE5C2-8209-186E-3326-00FD6A6B2F9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53780" y="2949988"/>
              <a:ext cx="804417" cy="713070"/>
              <a:chOff x="1758028" y="3687481"/>
              <a:chExt cx="1312148" cy="116314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3D73B77A-A38E-3155-1246-8A5FA2D2B28E}"/>
                  </a:ext>
                </a:extLst>
              </p:cNvPr>
              <p:cNvGrpSpPr/>
              <p:nvPr/>
            </p:nvGrpSpPr>
            <p:grpSpPr>
              <a:xfrm>
                <a:off x="2615571" y="4393426"/>
                <a:ext cx="454605" cy="457200"/>
                <a:chOff x="2615571" y="4393426"/>
                <a:chExt cx="454605" cy="457200"/>
              </a:xfrm>
            </p:grpSpPr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DE01E3F5-BA4F-7C45-28FA-14080FD38C2B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EED731C-AE8F-04DD-7235-DADA0EAAA19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2DF4266-82D7-ECD4-1D0F-84B7CD3ECCFF}"/>
                  </a:ext>
                </a:extLst>
              </p:cNvPr>
              <p:cNvGrpSpPr/>
              <p:nvPr/>
            </p:nvGrpSpPr>
            <p:grpSpPr>
              <a:xfrm>
                <a:off x="1758028" y="4383486"/>
                <a:ext cx="454605" cy="457200"/>
                <a:chOff x="2615571" y="4393426"/>
                <a:chExt cx="454605" cy="457200"/>
              </a:xfrm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54C2D497-E97A-129B-BFCA-445056ACDA7E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6E53A4C-CD55-4C9F-0F08-B75FAE26217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</p:grp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7931440-B43F-ACEF-64FE-EE68530FDB58}"/>
                  </a:ext>
                </a:extLst>
              </p:cNvPr>
              <p:cNvCxnSpPr>
                <a:stCxn id="46" idx="6"/>
                <a:endCxn id="48" idx="2"/>
              </p:cNvCxnSpPr>
              <p:nvPr/>
            </p:nvCxnSpPr>
            <p:spPr>
              <a:xfrm>
                <a:off x="2212633" y="4612086"/>
                <a:ext cx="402938" cy="994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17EF1C4-5A5B-3A9A-E12F-2AD639FBB140}"/>
                  </a:ext>
                </a:extLst>
              </p:cNvPr>
              <p:cNvCxnSpPr>
                <a:cxnSpLocks/>
                <a:stCxn id="46" idx="0"/>
              </p:cNvCxnSpPr>
              <p:nvPr/>
            </p:nvCxnSpPr>
            <p:spPr>
              <a:xfrm flipV="1">
                <a:off x="1985331" y="4223565"/>
                <a:ext cx="0" cy="159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9597C3C-41F0-2B6B-3B55-608FAAA8CB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83863" y="4120488"/>
                <a:ext cx="118781" cy="11260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DC750FD8-1354-511D-0957-46EBFF3D34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02644" y="4120488"/>
                <a:ext cx="74314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B79DE64-7120-2DAA-6DF2-1E62E7885120}"/>
                  </a:ext>
                </a:extLst>
              </p:cNvPr>
              <p:cNvCxnSpPr>
                <a:cxnSpLocks/>
                <a:stCxn id="48" idx="0"/>
              </p:cNvCxnSpPr>
              <p:nvPr/>
            </p:nvCxnSpPr>
            <p:spPr>
              <a:xfrm flipV="1">
                <a:off x="2842874" y="4120488"/>
                <a:ext cx="5839" cy="27293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D1A279D-C480-59E9-F1FA-197B3017F60F}"/>
                  </a:ext>
                </a:extLst>
              </p:cNvPr>
              <p:cNvCxnSpPr/>
              <p:nvPr/>
            </p:nvCxnSpPr>
            <p:spPr>
              <a:xfrm>
                <a:off x="1981482" y="4303525"/>
                <a:ext cx="34579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D73162F-5A93-B4F4-93FE-937C5BB410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3356" y="4120488"/>
                <a:ext cx="214398" cy="18303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837D4618-E5F1-44AE-A5F2-B6CD16F499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6967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5486D987-E01B-F348-29EE-A8A0D83FF3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15571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B5AD1EA8-9EBA-5B70-A7CB-EEF0748BE0C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94458" y="3687481"/>
                <a:ext cx="200126" cy="201267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8B1E5AF-8B50-4B99-DE90-67164AAD95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4531" y="3732390"/>
                <a:ext cx="131835" cy="132589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0D127685-08F2-242D-37C9-8534351DDF1C}"/>
                  </a:ext>
                </a:extLst>
              </p:cNvPr>
              <p:cNvCxnSpPr>
                <a:stCxn id="38" idx="4"/>
                <a:endCxn id="39" idx="4"/>
              </p:cNvCxnSpPr>
              <p:nvPr/>
            </p:nvCxnSpPr>
            <p:spPr>
              <a:xfrm flipH="1" flipV="1">
                <a:off x="2140449" y="3864979"/>
                <a:ext cx="454072" cy="2376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30759F9-F3B2-1165-023B-14E8A981F62A}"/>
                  </a:ext>
                </a:extLst>
              </p:cNvPr>
              <p:cNvCxnSpPr>
                <a:cxnSpLocks/>
                <a:stCxn id="38" idx="0"/>
                <a:endCxn id="39" idx="0"/>
              </p:cNvCxnSpPr>
              <p:nvPr/>
            </p:nvCxnSpPr>
            <p:spPr>
              <a:xfrm flipH="1">
                <a:off x="2140450" y="3687481"/>
                <a:ext cx="454071" cy="4491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F027C028-793A-74B5-E7D1-611984669D71}"/>
                  </a:ext>
                </a:extLst>
              </p:cNvPr>
              <p:cNvCxnSpPr>
                <a:stCxn id="39" idx="2"/>
              </p:cNvCxnSpPr>
              <p:nvPr/>
            </p:nvCxnSpPr>
            <p:spPr>
              <a:xfrm flipH="1" flipV="1">
                <a:off x="1981482" y="3798684"/>
                <a:ext cx="93049" cy="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B18CF46-3151-E9E3-37AD-82E099B5B92F}"/>
                  </a:ext>
                </a:extLst>
              </p:cNvPr>
              <p:cNvCxnSpPr/>
              <p:nvPr/>
            </p:nvCxnSpPr>
            <p:spPr>
              <a:xfrm flipV="1">
                <a:off x="1981482" y="3709935"/>
                <a:ext cx="0" cy="16475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6040C1A-68FF-0EBF-5006-C0C8BCA5CFFF}"/>
                  </a:ext>
                </a:extLst>
              </p:cNvPr>
              <p:cNvCxnSpPr/>
              <p:nvPr/>
            </p:nvCxnSpPr>
            <p:spPr>
              <a:xfrm flipH="1">
                <a:off x="1840706" y="3709935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6CAB433-2E73-5C9C-AEC6-18AA09E3FB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45353" y="3838066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6" name="Graphic 25" descr="Wireless with solid fill">
              <a:extLst>
                <a:ext uri="{FF2B5EF4-FFF2-40B4-BE49-F238E27FC236}">
                  <a16:creationId xmlns:a16="http://schemas.microsoft.com/office/drawing/2014/main" id="{8190B427-1C16-EF7D-BF9C-E8270B5571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955696">
              <a:off x="4232021" y="2577311"/>
              <a:ext cx="322586" cy="297515"/>
            </a:xfrm>
            <a:prstGeom prst="rect">
              <a:avLst/>
            </a:prstGeom>
          </p:spPr>
        </p:pic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6D11B9D1-3F45-B39A-4A6B-AF7B7A2F8B10}"/>
              </a:ext>
            </a:extLst>
          </p:cNvPr>
          <p:cNvSpPr/>
          <p:nvPr/>
        </p:nvSpPr>
        <p:spPr>
          <a:xfrm>
            <a:off x="307678" y="574178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D42A41A-FEC2-6A04-EC03-19792792B09E}"/>
              </a:ext>
            </a:extLst>
          </p:cNvPr>
          <p:cNvSpPr/>
          <p:nvPr/>
        </p:nvSpPr>
        <p:spPr>
          <a:xfrm>
            <a:off x="308537" y="816149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C61FC40-CD87-D271-2A0C-46FD68EEAA3E}"/>
              </a:ext>
            </a:extLst>
          </p:cNvPr>
          <p:cNvSpPr/>
          <p:nvPr/>
        </p:nvSpPr>
        <p:spPr>
          <a:xfrm>
            <a:off x="524732" y="576095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1550E5E-8543-92DC-29A8-1DBFFD32994B}"/>
              </a:ext>
            </a:extLst>
          </p:cNvPr>
          <p:cNvSpPr/>
          <p:nvPr/>
        </p:nvSpPr>
        <p:spPr>
          <a:xfrm>
            <a:off x="525591" y="818066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778CDFF-2838-BDE5-1CE2-11F4260279BE}"/>
              </a:ext>
            </a:extLst>
          </p:cNvPr>
          <p:cNvGrpSpPr/>
          <p:nvPr/>
        </p:nvGrpSpPr>
        <p:grpSpPr>
          <a:xfrm rot="5400000">
            <a:off x="705872" y="557127"/>
            <a:ext cx="94279" cy="428376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EECDDF11-6E69-B651-33B8-6CD7DE4824CB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CC09867-823A-CE74-33D3-8BCA4898A055}"/>
                </a:ext>
              </a:extLst>
            </p:cNvPr>
            <p:cNvCxnSpPr>
              <a:cxnSpLocks/>
              <a:stCxn id="55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A161F91-A1F5-D320-398F-3315D2F5D0BC}"/>
                </a:ext>
              </a:extLst>
            </p:cNvPr>
            <p:cNvCxnSpPr>
              <a:cxnSpLocks/>
              <a:stCxn id="55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F23C755-8317-69AA-AA2C-39C200500DE7}"/>
              </a:ext>
            </a:extLst>
          </p:cNvPr>
          <p:cNvGrpSpPr/>
          <p:nvPr/>
        </p:nvGrpSpPr>
        <p:grpSpPr>
          <a:xfrm rot="6900000">
            <a:off x="692481" y="667835"/>
            <a:ext cx="94279" cy="428376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C028DCAD-DD1C-F101-22A1-03EA79A69DE3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F999478-A427-C21B-4C08-DD8022E1C42E}"/>
                </a:ext>
              </a:extLst>
            </p:cNvPr>
            <p:cNvCxnSpPr>
              <a:cxnSpLocks/>
              <a:stCxn id="59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F8C8B4C-5333-9091-347C-123F2C153B7B}"/>
                </a:ext>
              </a:extLst>
            </p:cNvPr>
            <p:cNvCxnSpPr>
              <a:cxnSpLocks/>
              <a:stCxn id="59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1B27ECE-8198-6ECB-7186-68142E1272A9}"/>
              </a:ext>
            </a:extLst>
          </p:cNvPr>
          <p:cNvGrpSpPr/>
          <p:nvPr/>
        </p:nvGrpSpPr>
        <p:grpSpPr>
          <a:xfrm rot="4020000">
            <a:off x="712306" y="447518"/>
            <a:ext cx="94279" cy="428376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51037F96-E7F4-C991-A3BB-371349061E45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4882FBA-49A2-0150-64E4-71F8650DB4FD}"/>
                </a:ext>
              </a:extLst>
            </p:cNvPr>
            <p:cNvCxnSpPr>
              <a:cxnSpLocks/>
              <a:stCxn id="63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A03A159-462E-AA6E-2F35-D55606FE525C}"/>
                </a:ext>
              </a:extLst>
            </p:cNvPr>
            <p:cNvCxnSpPr>
              <a:cxnSpLocks/>
              <a:stCxn id="63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DF9DBF5A-5135-B5FD-C5CD-428963EAD143}"/>
              </a:ext>
            </a:extLst>
          </p:cNvPr>
          <p:cNvSpPr/>
          <p:nvPr/>
        </p:nvSpPr>
        <p:spPr>
          <a:xfrm>
            <a:off x="90242" y="1667830"/>
            <a:ext cx="781415" cy="293519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50CCB3-FB7E-955F-0071-9949F1D61489}"/>
              </a:ext>
            </a:extLst>
          </p:cNvPr>
          <p:cNvSpPr txBox="1"/>
          <p:nvPr/>
        </p:nvSpPr>
        <p:spPr>
          <a:xfrm>
            <a:off x="38367" y="1643318"/>
            <a:ext cx="906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Rectifier</a:t>
            </a:r>
            <a:endParaRPr lang="en-GB" sz="1400" noProof="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D5484B-0690-4002-0BE4-831302BEAC31}"/>
              </a:ext>
            </a:extLst>
          </p:cNvPr>
          <p:cNvSpPr txBox="1"/>
          <p:nvPr/>
        </p:nvSpPr>
        <p:spPr>
          <a:xfrm>
            <a:off x="51271" y="2364935"/>
            <a:ext cx="9745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Envelope</a:t>
            </a:r>
          </a:p>
          <a:p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detector</a:t>
            </a:r>
            <a:endParaRPr lang="en-GB" sz="1200" noProof="0" dirty="0"/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F69332F3-BEE3-1179-9AF6-C01F8D5132BF}"/>
              </a:ext>
            </a:extLst>
          </p:cNvPr>
          <p:cNvCxnSpPr>
            <a:cxnSpLocks/>
            <a:endCxn id="66" idx="0"/>
          </p:cNvCxnSpPr>
          <p:nvPr/>
        </p:nvCxnSpPr>
        <p:spPr>
          <a:xfrm rot="5400000">
            <a:off x="334421" y="1521301"/>
            <a:ext cx="303729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B6CC596E-D3CE-8B4E-A434-D59C8DCD006F}"/>
              </a:ext>
            </a:extLst>
          </p:cNvPr>
          <p:cNvSpPr/>
          <p:nvPr/>
        </p:nvSpPr>
        <p:spPr>
          <a:xfrm>
            <a:off x="33698" y="2364017"/>
            <a:ext cx="906858" cy="587010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2E365822-41D3-E2FE-83E2-1A87B124EDA2}"/>
              </a:ext>
            </a:extLst>
          </p:cNvPr>
          <p:cNvCxnSpPr>
            <a:cxnSpLocks/>
            <a:stCxn id="67" idx="2"/>
            <a:endCxn id="70" idx="0"/>
          </p:cNvCxnSpPr>
          <p:nvPr/>
        </p:nvCxnSpPr>
        <p:spPr>
          <a:xfrm rot="5400000">
            <a:off x="283001" y="2155222"/>
            <a:ext cx="412922" cy="466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DDAC9429-EE93-3013-A044-760FF59733C8}"/>
              </a:ext>
            </a:extLst>
          </p:cNvPr>
          <p:cNvSpPr/>
          <p:nvPr/>
        </p:nvSpPr>
        <p:spPr>
          <a:xfrm>
            <a:off x="1183534" y="2447726"/>
            <a:ext cx="525799" cy="431994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F5FC336-D84E-C42C-9191-F6FB9029265C}"/>
              </a:ext>
            </a:extLst>
          </p:cNvPr>
          <p:cNvSpPr txBox="1"/>
          <p:nvPr/>
        </p:nvSpPr>
        <p:spPr>
          <a:xfrm>
            <a:off x="1194836" y="2490871"/>
            <a:ext cx="520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ADC</a:t>
            </a:r>
            <a:endParaRPr lang="en-GB" sz="1400" noProof="0" dirty="0"/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3923C0E2-A9C2-B35B-25CE-BA557B82F82E}"/>
              </a:ext>
            </a:extLst>
          </p:cNvPr>
          <p:cNvCxnSpPr>
            <a:cxnSpLocks/>
            <a:stCxn id="70" idx="3"/>
            <a:endCxn id="73" idx="1"/>
          </p:cNvCxnSpPr>
          <p:nvPr/>
        </p:nvCxnSpPr>
        <p:spPr>
          <a:xfrm flipV="1">
            <a:off x="940556" y="2644760"/>
            <a:ext cx="254280" cy="127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ABB0B9FE-80F5-EAF0-2F1F-9F528FD74A02}"/>
              </a:ext>
            </a:extLst>
          </p:cNvPr>
          <p:cNvCxnSpPr>
            <a:cxnSpLocks/>
            <a:stCxn id="73" idx="3"/>
            <a:endCxn id="18" idx="1"/>
          </p:cNvCxnSpPr>
          <p:nvPr/>
        </p:nvCxnSpPr>
        <p:spPr>
          <a:xfrm>
            <a:off x="1714934" y="2644760"/>
            <a:ext cx="165210" cy="1017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A94A7D6D-625B-AF7A-58C5-D1893F3893B1}"/>
              </a:ext>
            </a:extLst>
          </p:cNvPr>
          <p:cNvSpPr/>
          <p:nvPr/>
        </p:nvSpPr>
        <p:spPr>
          <a:xfrm>
            <a:off x="2964314" y="2438241"/>
            <a:ext cx="525799" cy="431994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035999A-E2E0-BEC4-ECD3-6119A708916B}"/>
              </a:ext>
            </a:extLst>
          </p:cNvPr>
          <p:cNvSpPr txBox="1"/>
          <p:nvPr/>
        </p:nvSpPr>
        <p:spPr>
          <a:xfrm>
            <a:off x="2975617" y="2481387"/>
            <a:ext cx="520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DAC</a:t>
            </a:r>
            <a:endParaRPr lang="en-GB" sz="1400" noProof="0" dirty="0"/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40F68E47-4439-DF05-A264-812A7598628E}"/>
              </a:ext>
            </a:extLst>
          </p:cNvPr>
          <p:cNvCxnSpPr>
            <a:cxnSpLocks/>
            <a:stCxn id="22" idx="3"/>
            <a:endCxn id="76" idx="1"/>
          </p:cNvCxnSpPr>
          <p:nvPr/>
        </p:nvCxnSpPr>
        <p:spPr>
          <a:xfrm>
            <a:off x="2792603" y="2642589"/>
            <a:ext cx="171711" cy="1164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6C81410-FC62-62D7-CD5E-FC18B17031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9105" y="185863"/>
            <a:ext cx="6410901" cy="37104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6C176D-BD54-CC6B-5FC3-153849888021}"/>
                  </a:ext>
                </a:extLst>
              </p:cNvPr>
              <p:cNvSpPr txBox="1"/>
              <p:nvPr/>
            </p:nvSpPr>
            <p:spPr>
              <a:xfrm>
                <a:off x="721855" y="3185820"/>
                <a:ext cx="1410130" cy="3693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ADC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=8 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ns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6C176D-BD54-CC6B-5FC3-153849888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855" y="3185820"/>
                <a:ext cx="141013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B9056D-F550-5E64-6CFC-473891F2AD07}"/>
                  </a:ext>
                </a:extLst>
              </p:cNvPr>
              <p:cNvSpPr txBox="1"/>
              <p:nvPr/>
            </p:nvSpPr>
            <p:spPr>
              <a:xfrm>
                <a:off x="2859667" y="4126390"/>
                <a:ext cx="1666610" cy="3693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160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ns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B9056D-F550-5E64-6CFC-473891F2A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667" y="4126390"/>
                <a:ext cx="166661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54CE4B-BD24-C33C-C7AD-158DCD2FA961}"/>
              </a:ext>
            </a:extLst>
          </p:cNvPr>
          <p:cNvSpPr/>
          <p:nvPr/>
        </p:nvSpPr>
        <p:spPr>
          <a:xfrm>
            <a:off x="0" y="1521301"/>
            <a:ext cx="981265" cy="1506193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33EB32-1723-8275-0DE2-58D0D24301E9}"/>
                  </a:ext>
                </a:extLst>
              </p:cNvPr>
              <p:cNvSpPr txBox="1"/>
              <p:nvPr/>
            </p:nvSpPr>
            <p:spPr>
              <a:xfrm>
                <a:off x="83133" y="3595268"/>
                <a:ext cx="1605696" cy="3693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steer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ns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33EB32-1723-8275-0DE2-58D0D2430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33" y="3595268"/>
                <a:ext cx="160569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C56921A-7945-02CA-31C0-9B9E738AD35D}"/>
                  </a:ext>
                </a:extLst>
              </p:cNvPr>
              <p:cNvSpPr txBox="1"/>
              <p:nvPr/>
            </p:nvSpPr>
            <p:spPr>
              <a:xfrm>
                <a:off x="1879469" y="3631724"/>
                <a:ext cx="1315553" cy="3900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ns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C56921A-7945-02CA-31C0-9B9E738AD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69" y="3631724"/>
                <a:ext cx="1315553" cy="390043"/>
              </a:xfrm>
              <a:prstGeom prst="rect">
                <a:avLst/>
              </a:prstGeom>
              <a:blipFill>
                <a:blip r:embed="rId10"/>
                <a:stretch>
                  <a:fillRect b="-454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4041A29-5004-DD53-C85F-A939C51860E8}"/>
              </a:ext>
            </a:extLst>
          </p:cNvPr>
          <p:cNvCxnSpPr>
            <a:cxnSpLocks/>
          </p:cNvCxnSpPr>
          <p:nvPr/>
        </p:nvCxnSpPr>
        <p:spPr>
          <a:xfrm>
            <a:off x="1446434" y="2898770"/>
            <a:ext cx="0" cy="292501"/>
          </a:xfrm>
          <a:prstGeom prst="straightConnector1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952CD6E-B7F9-402E-C505-FDC147310514}"/>
              </a:ext>
            </a:extLst>
          </p:cNvPr>
          <p:cNvCxnSpPr>
            <a:cxnSpLocks/>
          </p:cNvCxnSpPr>
          <p:nvPr/>
        </p:nvCxnSpPr>
        <p:spPr>
          <a:xfrm>
            <a:off x="2455872" y="3022939"/>
            <a:ext cx="0" cy="527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5ADF0BE-1F55-1777-94F3-0E7F8DF42F13}"/>
              </a:ext>
            </a:extLst>
          </p:cNvPr>
          <p:cNvCxnSpPr>
            <a:cxnSpLocks/>
          </p:cNvCxnSpPr>
          <p:nvPr/>
        </p:nvCxnSpPr>
        <p:spPr>
          <a:xfrm>
            <a:off x="3364621" y="2991552"/>
            <a:ext cx="0" cy="973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273E135-28B4-F53D-6128-18E261FD89C5}"/>
              </a:ext>
            </a:extLst>
          </p:cNvPr>
          <p:cNvCxnSpPr>
            <a:cxnSpLocks/>
          </p:cNvCxnSpPr>
          <p:nvPr/>
        </p:nvCxnSpPr>
        <p:spPr>
          <a:xfrm>
            <a:off x="469046" y="3128243"/>
            <a:ext cx="0" cy="292501"/>
          </a:xfrm>
          <a:prstGeom prst="straightConnector1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C3561D4-CD6E-5D42-0F3D-C48B5D9BA620}"/>
                  </a:ext>
                </a:extLst>
              </p:cNvPr>
              <p:cNvSpPr txBox="1"/>
              <p:nvPr/>
            </p:nvSpPr>
            <p:spPr>
              <a:xfrm>
                <a:off x="489462" y="5181600"/>
                <a:ext cx="6053709" cy="390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Latency per step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de-DE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i="1">
                            <a:latin typeface="Cambria Math" panose="02040503050406030204" pitchFamily="18" charset="0"/>
                          </a:rPr>
                          <m:t>steer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i="1">
                            <a:latin typeface="Cambria Math" panose="02040503050406030204" pitchFamily="18" charset="0"/>
                          </a:rPr>
                          <m:t>ADC</m:t>
                        </m:r>
                      </m:sub>
                    </m:sSub>
                    <m:r>
                      <a:rPr lang="de-DE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i="1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i="1">
                            <a:latin typeface="Cambria Math" panose="02040503050406030204" pitchFamily="18" charset="0"/>
                          </a:rPr>
                          <m:t>DAC</m:t>
                        </m:r>
                      </m:sub>
                    </m:sSub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C3561D4-CD6E-5D42-0F3D-C48B5D9BA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62" y="5181600"/>
                <a:ext cx="6053709" cy="390043"/>
              </a:xfrm>
              <a:prstGeom prst="rect">
                <a:avLst/>
              </a:prstGeom>
              <a:blipFill>
                <a:blip r:embed="rId11"/>
                <a:stretch>
                  <a:fillRect l="-806" t="-4688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>
            <a:extLst>
              <a:ext uri="{FF2B5EF4-FFF2-40B4-BE49-F238E27FC236}">
                <a16:creationId xmlns:a16="http://schemas.microsoft.com/office/drawing/2014/main" id="{8F5BEAAA-BB03-B0F3-271B-44C04DE2E373}"/>
              </a:ext>
            </a:extLst>
          </p:cNvPr>
          <p:cNvSpPr txBox="1"/>
          <p:nvPr/>
        </p:nvSpPr>
        <p:spPr>
          <a:xfrm>
            <a:off x="6686550" y="5174774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4EF0234-58D7-9A74-8C40-E57BC60AE2B5}"/>
                  </a:ext>
                </a:extLst>
              </p:cNvPr>
              <p:cNvSpPr txBox="1"/>
              <p:nvPr/>
            </p:nvSpPr>
            <p:spPr>
              <a:xfrm>
                <a:off x="500548" y="5781004"/>
                <a:ext cx="23091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Total Latency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70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4EF0234-58D7-9A74-8C40-E57BC60AE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48" y="5781004"/>
                <a:ext cx="2309158" cy="369332"/>
              </a:xfrm>
              <a:prstGeom prst="rect">
                <a:avLst/>
              </a:prstGeom>
              <a:blipFill>
                <a:blip r:embed="rId12"/>
                <a:stretch>
                  <a:fillRect l="-2111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TextBox 91">
            <a:extLst>
              <a:ext uri="{FF2B5EF4-FFF2-40B4-BE49-F238E27FC236}">
                <a16:creationId xmlns:a16="http://schemas.microsoft.com/office/drawing/2014/main" id="{06A5AD6A-BB77-ED29-402E-13859E6EC9CE}"/>
              </a:ext>
            </a:extLst>
          </p:cNvPr>
          <p:cNvSpPr txBox="1"/>
          <p:nvPr/>
        </p:nvSpPr>
        <p:spPr>
          <a:xfrm>
            <a:off x="3004512" y="5743283"/>
            <a:ext cx="44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2873752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B34DF-926C-DD76-4815-DD32D33B9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87">
            <a:extLst>
              <a:ext uri="{FF2B5EF4-FFF2-40B4-BE49-F238E27FC236}">
                <a16:creationId xmlns:a16="http://schemas.microsoft.com/office/drawing/2014/main" id="{8C5D0A41-B175-B494-D8CF-E168035BBEBD}"/>
              </a:ext>
            </a:extLst>
          </p:cNvPr>
          <p:cNvSpPr txBox="1"/>
          <p:nvPr/>
        </p:nvSpPr>
        <p:spPr>
          <a:xfrm>
            <a:off x="6686550" y="5174774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50D1AE1-B5C5-81C5-F140-324DA3AE599B}"/>
                  </a:ext>
                </a:extLst>
              </p:cNvPr>
              <p:cNvSpPr txBox="1"/>
              <p:nvPr/>
            </p:nvSpPr>
            <p:spPr>
              <a:xfrm>
                <a:off x="94343" y="5102789"/>
                <a:ext cx="23091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Total Latency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70 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50D1AE1-B5C5-81C5-F140-324DA3AE5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43" y="5102789"/>
                <a:ext cx="2309158" cy="369332"/>
              </a:xfrm>
              <a:prstGeom prst="rect">
                <a:avLst/>
              </a:prstGeom>
              <a:blipFill>
                <a:blip r:embed="rId2"/>
                <a:stretch>
                  <a:fillRect l="-2111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TextBox 91">
            <a:extLst>
              <a:ext uri="{FF2B5EF4-FFF2-40B4-BE49-F238E27FC236}">
                <a16:creationId xmlns:a16="http://schemas.microsoft.com/office/drawing/2014/main" id="{ED7E43F7-29A6-5284-A049-C99B4CDE9751}"/>
              </a:ext>
            </a:extLst>
          </p:cNvPr>
          <p:cNvSpPr txBox="1"/>
          <p:nvPr/>
        </p:nvSpPr>
        <p:spPr>
          <a:xfrm>
            <a:off x="2598307" y="5065068"/>
            <a:ext cx="44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C6A3B3-470A-1E81-AFB9-CABD2B5F4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539" y="-8256"/>
            <a:ext cx="5999688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BD0CFE-2BFF-7193-F04B-6B3424149CB5}"/>
                  </a:ext>
                </a:extLst>
              </p:cNvPr>
              <p:cNvSpPr txBox="1"/>
              <p:nvPr/>
            </p:nvSpPr>
            <p:spPr>
              <a:xfrm>
                <a:off x="143292" y="5622026"/>
                <a:ext cx="1940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Precision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1.7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BD0CFE-2BFF-7193-F04B-6B3424149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92" y="5622026"/>
                <a:ext cx="1940981" cy="369332"/>
              </a:xfrm>
              <a:prstGeom prst="rect">
                <a:avLst/>
              </a:prstGeom>
              <a:blipFill>
                <a:blip r:embed="rId4"/>
                <a:stretch>
                  <a:fillRect l="-2830" t="-6557" r="-1572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DD1016B9-EEFF-2A90-F678-BD5B9DB1087B}"/>
              </a:ext>
            </a:extLst>
          </p:cNvPr>
          <p:cNvSpPr txBox="1"/>
          <p:nvPr/>
        </p:nvSpPr>
        <p:spPr>
          <a:xfrm>
            <a:off x="2625696" y="5553639"/>
            <a:ext cx="44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EE666DE-EEA1-0155-DD4D-9983A9C74900}"/>
              </a:ext>
            </a:extLst>
          </p:cNvPr>
          <p:cNvSpPr txBox="1"/>
          <p:nvPr/>
        </p:nvSpPr>
        <p:spPr>
          <a:xfrm>
            <a:off x="51271" y="6058554"/>
            <a:ext cx="47486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A. Li, “Service requirements for the 5G system; Stage 1 (Release 20),” 3rd Generation Partnership Project (3GPP), 3rd Generation Partnership Project, Sophia Antipolis, France, Technical  specification (TS) TS 22.261 V20.6.0, Mar. 2026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C7A38EA7-325E-DE28-0AEB-8A982C2FA7C5}"/>
              </a:ext>
            </a:extLst>
          </p:cNvPr>
          <p:cNvSpPr/>
          <p:nvPr/>
        </p:nvSpPr>
        <p:spPr>
          <a:xfrm>
            <a:off x="6848475" y="2709014"/>
            <a:ext cx="442750" cy="369332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4000"/>
            </a:schemeClr>
          </a:solidFill>
          <a:ln w="3175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F0BB33E3-F491-3F2D-4C2C-A2A100BB92DD}"/>
              </a:ext>
            </a:extLst>
          </p:cNvPr>
          <p:cNvSpPr/>
          <p:nvPr/>
        </p:nvSpPr>
        <p:spPr>
          <a:xfrm>
            <a:off x="6864142" y="5877058"/>
            <a:ext cx="442750" cy="369332"/>
          </a:xfrm>
          <a:prstGeom prst="roundRect">
            <a:avLst/>
          </a:prstGeom>
          <a:solidFill>
            <a:srgbClr val="C00000">
              <a:alpha val="9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68C07571-D4C8-DFF9-4EC7-DDA67F61CFC8}"/>
              </a:ext>
            </a:extLst>
          </p:cNvPr>
          <p:cNvSpPr/>
          <p:nvPr/>
        </p:nvSpPr>
        <p:spPr>
          <a:xfrm>
            <a:off x="8500407" y="5873888"/>
            <a:ext cx="442750" cy="369332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4000"/>
            </a:schemeClr>
          </a:solidFill>
          <a:ln w="3175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Isosceles Triangle 325">
            <a:extLst>
              <a:ext uri="{FF2B5EF4-FFF2-40B4-BE49-F238E27FC236}">
                <a16:creationId xmlns:a16="http://schemas.microsoft.com/office/drawing/2014/main" id="{70D10502-60D3-BF00-585A-F5EF7B4E1550}"/>
              </a:ext>
            </a:extLst>
          </p:cNvPr>
          <p:cNvSpPr/>
          <p:nvPr/>
        </p:nvSpPr>
        <p:spPr>
          <a:xfrm rot="8942623">
            <a:off x="1498493" y="1223547"/>
            <a:ext cx="3739570" cy="3492611"/>
          </a:xfrm>
          <a:prstGeom prst="triangle">
            <a:avLst>
              <a:gd name="adj" fmla="val 79567"/>
            </a:avLst>
          </a:prstGeom>
          <a:solidFill>
            <a:srgbClr val="FFE6CB">
              <a:alpha val="31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0"/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F779002B-245E-E42E-DAD3-F6E26E5A3716}"/>
              </a:ext>
            </a:extLst>
          </p:cNvPr>
          <p:cNvSpPr txBox="1"/>
          <p:nvPr/>
        </p:nvSpPr>
        <p:spPr>
          <a:xfrm>
            <a:off x="629246" y="32427"/>
            <a:ext cx="9493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300" dirty="0">
                <a:solidFill>
                  <a:srgbClr val="000000"/>
                </a:solidFill>
                <a:latin typeface="Calibri"/>
              </a:rPr>
              <a:t>SIMs</a:t>
            </a:r>
            <a:endParaRPr lang="en-GB" sz="2300" dirty="0"/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8A871B79-54BA-21E8-245A-6AF6C807F968}"/>
              </a:ext>
            </a:extLst>
          </p:cNvPr>
          <p:cNvGrpSpPr>
            <a:grpSpLocks noChangeAspect="1"/>
          </p:cNvGrpSpPr>
          <p:nvPr/>
        </p:nvGrpSpPr>
        <p:grpSpPr>
          <a:xfrm>
            <a:off x="2770067" y="2566140"/>
            <a:ext cx="598211" cy="807424"/>
            <a:chOff x="4053780" y="2577311"/>
            <a:chExt cx="804417" cy="1085747"/>
          </a:xfrm>
        </p:grpSpPr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F1F7331D-C063-17D1-495A-F8B55C5896A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53780" y="2949988"/>
              <a:ext cx="804417" cy="713070"/>
              <a:chOff x="1758028" y="3687481"/>
              <a:chExt cx="1312148" cy="1163145"/>
            </a:xfrm>
          </p:grpSpPr>
          <p:grpSp>
            <p:nvGrpSpPr>
              <p:cNvPr id="331" name="Group 330">
                <a:extLst>
                  <a:ext uri="{FF2B5EF4-FFF2-40B4-BE49-F238E27FC236}">
                    <a16:creationId xmlns:a16="http://schemas.microsoft.com/office/drawing/2014/main" id="{E2D37CB4-A10B-0A4D-5A3F-7D790FB05E65}"/>
                  </a:ext>
                </a:extLst>
              </p:cNvPr>
              <p:cNvGrpSpPr/>
              <p:nvPr/>
            </p:nvGrpSpPr>
            <p:grpSpPr>
              <a:xfrm>
                <a:off x="2615571" y="4393426"/>
                <a:ext cx="454605" cy="457200"/>
                <a:chOff x="2615571" y="4393426"/>
                <a:chExt cx="454605" cy="457200"/>
              </a:xfrm>
            </p:grpSpPr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7BB015C4-412F-66E8-62A2-1C714921A89D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solidFill>
                  <a:schemeClr val="bg1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300"/>
                </a:p>
              </p:txBody>
            </p:sp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90819E81-6D6B-ED67-2E53-2698F59BDF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300" dirty="0"/>
                </a:p>
              </p:txBody>
            </p:sp>
          </p:grp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8F9BA3DE-627C-40F2-F879-028612B828BF}"/>
                  </a:ext>
                </a:extLst>
              </p:cNvPr>
              <p:cNvGrpSpPr/>
              <p:nvPr/>
            </p:nvGrpSpPr>
            <p:grpSpPr>
              <a:xfrm>
                <a:off x="1758028" y="4383486"/>
                <a:ext cx="454605" cy="457200"/>
                <a:chOff x="2615571" y="4393426"/>
                <a:chExt cx="454605" cy="457200"/>
              </a:xfrm>
            </p:grpSpPr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0B9D3CDC-77B8-678B-DC13-6B4D90B6DF57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solidFill>
                  <a:schemeClr val="bg1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300"/>
                </a:p>
              </p:txBody>
            </p:sp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C811A125-B3D0-4EE4-1182-89BAEEFF86C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300"/>
                </a:p>
              </p:txBody>
            </p:sp>
          </p:grp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F85613A3-4D1E-E300-8F28-CB4B24D1E9C4}"/>
                  </a:ext>
                </a:extLst>
              </p:cNvPr>
              <p:cNvCxnSpPr>
                <a:stCxn id="350" idx="6"/>
                <a:endCxn id="352" idx="2"/>
              </p:cNvCxnSpPr>
              <p:nvPr/>
            </p:nvCxnSpPr>
            <p:spPr>
              <a:xfrm>
                <a:off x="2212633" y="4612086"/>
                <a:ext cx="402938" cy="994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5644366B-8B2D-3FD4-8A9F-CA13676974F1}"/>
                  </a:ext>
                </a:extLst>
              </p:cNvPr>
              <p:cNvCxnSpPr>
                <a:cxnSpLocks/>
                <a:stCxn id="350" idx="0"/>
              </p:cNvCxnSpPr>
              <p:nvPr/>
            </p:nvCxnSpPr>
            <p:spPr>
              <a:xfrm flipV="1">
                <a:off x="1985331" y="4223565"/>
                <a:ext cx="0" cy="159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C6E10A6E-ACF9-5431-3B26-1A94747F37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83863" y="4120488"/>
                <a:ext cx="118781" cy="11260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2868CCE0-E44B-CB62-6787-E80C148FCE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02644" y="4120488"/>
                <a:ext cx="74314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572F4934-AAE6-0B83-5CD0-3B531A8A0769}"/>
                  </a:ext>
                </a:extLst>
              </p:cNvPr>
              <p:cNvCxnSpPr>
                <a:cxnSpLocks/>
                <a:stCxn id="352" idx="0"/>
              </p:cNvCxnSpPr>
              <p:nvPr/>
            </p:nvCxnSpPr>
            <p:spPr>
              <a:xfrm flipV="1">
                <a:off x="2842874" y="4120488"/>
                <a:ext cx="5839" cy="27293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39558E4E-38E4-1242-EB72-1ED87258651B}"/>
                  </a:ext>
                </a:extLst>
              </p:cNvPr>
              <p:cNvCxnSpPr/>
              <p:nvPr/>
            </p:nvCxnSpPr>
            <p:spPr>
              <a:xfrm>
                <a:off x="1981482" y="4303525"/>
                <a:ext cx="34579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49EB7D3D-3994-8F6E-C21A-0DE88A4937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3356" y="4120488"/>
                <a:ext cx="214398" cy="18303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94B01C55-4DBC-1693-3130-0F6A4B8F89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6967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D299F4F9-85EE-A05A-B591-CE6071D122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15571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2" name="Oval 341">
                <a:extLst>
                  <a:ext uri="{FF2B5EF4-FFF2-40B4-BE49-F238E27FC236}">
                    <a16:creationId xmlns:a16="http://schemas.microsoft.com/office/drawing/2014/main" id="{34254525-337C-D461-1B58-2F8166661A4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94458" y="3687481"/>
                <a:ext cx="200126" cy="201267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300" dirty="0"/>
              </a:p>
            </p:txBody>
          </p:sp>
          <p:sp>
            <p:nvSpPr>
              <p:cNvPr id="343" name="Oval 342">
                <a:extLst>
                  <a:ext uri="{FF2B5EF4-FFF2-40B4-BE49-F238E27FC236}">
                    <a16:creationId xmlns:a16="http://schemas.microsoft.com/office/drawing/2014/main" id="{0A4A4A89-67D4-2D1D-903E-8A0E65EF95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4531" y="3732390"/>
                <a:ext cx="131835" cy="132589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344" name="Straight Connector 343">
                <a:extLst>
                  <a:ext uri="{FF2B5EF4-FFF2-40B4-BE49-F238E27FC236}">
                    <a16:creationId xmlns:a16="http://schemas.microsoft.com/office/drawing/2014/main" id="{94BBC5DB-6EED-6B95-6FAD-4CFA7AB56D77}"/>
                  </a:ext>
                </a:extLst>
              </p:cNvPr>
              <p:cNvCxnSpPr>
                <a:stCxn id="342" idx="4"/>
                <a:endCxn id="343" idx="4"/>
              </p:cNvCxnSpPr>
              <p:nvPr/>
            </p:nvCxnSpPr>
            <p:spPr>
              <a:xfrm flipH="1" flipV="1">
                <a:off x="2140449" y="3864979"/>
                <a:ext cx="454072" cy="2376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Straight Connector 344">
                <a:extLst>
                  <a:ext uri="{FF2B5EF4-FFF2-40B4-BE49-F238E27FC236}">
                    <a16:creationId xmlns:a16="http://schemas.microsoft.com/office/drawing/2014/main" id="{F8282E96-2CD1-E771-BF94-871EF6D2D4F4}"/>
                  </a:ext>
                </a:extLst>
              </p:cNvPr>
              <p:cNvCxnSpPr>
                <a:cxnSpLocks/>
                <a:stCxn id="342" idx="0"/>
                <a:endCxn id="343" idx="0"/>
              </p:cNvCxnSpPr>
              <p:nvPr/>
            </p:nvCxnSpPr>
            <p:spPr>
              <a:xfrm flipH="1">
                <a:off x="2140450" y="3687481"/>
                <a:ext cx="454071" cy="4491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345">
                <a:extLst>
                  <a:ext uri="{FF2B5EF4-FFF2-40B4-BE49-F238E27FC236}">
                    <a16:creationId xmlns:a16="http://schemas.microsoft.com/office/drawing/2014/main" id="{D88AD18D-8C8D-C893-69E5-43C7D318C01B}"/>
                  </a:ext>
                </a:extLst>
              </p:cNvPr>
              <p:cNvCxnSpPr>
                <a:stCxn id="343" idx="2"/>
              </p:cNvCxnSpPr>
              <p:nvPr/>
            </p:nvCxnSpPr>
            <p:spPr>
              <a:xfrm flipH="1" flipV="1">
                <a:off x="1981482" y="3798684"/>
                <a:ext cx="93049" cy="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Straight Connector 346">
                <a:extLst>
                  <a:ext uri="{FF2B5EF4-FFF2-40B4-BE49-F238E27FC236}">
                    <a16:creationId xmlns:a16="http://schemas.microsoft.com/office/drawing/2014/main" id="{37BD61FF-022A-0BC6-F4CB-DEC6556A9B72}"/>
                  </a:ext>
                </a:extLst>
              </p:cNvPr>
              <p:cNvCxnSpPr/>
              <p:nvPr/>
            </p:nvCxnSpPr>
            <p:spPr>
              <a:xfrm flipV="1">
                <a:off x="1981482" y="3709935"/>
                <a:ext cx="0" cy="16475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Straight Connector 347">
                <a:extLst>
                  <a:ext uri="{FF2B5EF4-FFF2-40B4-BE49-F238E27FC236}">
                    <a16:creationId xmlns:a16="http://schemas.microsoft.com/office/drawing/2014/main" id="{6593E029-9D00-DBF7-537D-9205EAA0FD8D}"/>
                  </a:ext>
                </a:extLst>
              </p:cNvPr>
              <p:cNvCxnSpPr/>
              <p:nvPr/>
            </p:nvCxnSpPr>
            <p:spPr>
              <a:xfrm flipH="1">
                <a:off x="1840706" y="3709935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Straight Connector 348">
                <a:extLst>
                  <a:ext uri="{FF2B5EF4-FFF2-40B4-BE49-F238E27FC236}">
                    <a16:creationId xmlns:a16="http://schemas.microsoft.com/office/drawing/2014/main" id="{5B7F15ED-737E-1082-3462-024F29A99F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45353" y="3838066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30" name="Graphic 329" descr="Wireless with solid fill">
              <a:extLst>
                <a:ext uri="{FF2B5EF4-FFF2-40B4-BE49-F238E27FC236}">
                  <a16:creationId xmlns:a16="http://schemas.microsoft.com/office/drawing/2014/main" id="{869CFA75-CBBF-8C62-F2FD-B98550B7D4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955696">
              <a:off x="4232021" y="2577311"/>
              <a:ext cx="322586" cy="297515"/>
            </a:xfrm>
            <a:prstGeom prst="rect">
              <a:avLst/>
            </a:prstGeom>
          </p:spPr>
        </p:pic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4FF3DD1B-AED4-4E24-EF12-AFEF597928B7}"/>
              </a:ext>
            </a:extLst>
          </p:cNvPr>
          <p:cNvGrpSpPr>
            <a:grpSpLocks noChangeAspect="1"/>
          </p:cNvGrpSpPr>
          <p:nvPr/>
        </p:nvGrpSpPr>
        <p:grpSpPr>
          <a:xfrm>
            <a:off x="984853" y="129527"/>
            <a:ext cx="833586" cy="1106442"/>
            <a:chOff x="308680" y="74549"/>
            <a:chExt cx="1207779" cy="1603119"/>
          </a:xfrm>
        </p:grpSpPr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9CEF399B-28C2-869A-46C4-FC36B68CEB1A}"/>
                </a:ext>
              </a:extLst>
            </p:cNvPr>
            <p:cNvSpPr/>
            <p:nvPr/>
          </p:nvSpPr>
          <p:spPr>
            <a:xfrm rot="1707345">
              <a:off x="396523" y="74549"/>
              <a:ext cx="911304" cy="1603119"/>
            </a:xfrm>
            <a:prstGeom prst="cube">
              <a:avLst>
                <a:gd name="adj" fmla="val 83014"/>
              </a:avLst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00"/>
            </a:p>
          </p:txBody>
        </p:sp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id="{CCD80A30-A39B-FDC6-1074-9827DA326CEA}"/>
                </a:ext>
              </a:extLst>
            </p:cNvPr>
            <p:cNvGrpSpPr/>
            <p:nvPr/>
          </p:nvGrpSpPr>
          <p:grpSpPr>
            <a:xfrm>
              <a:off x="308680" y="1202745"/>
              <a:ext cx="198834" cy="160496"/>
              <a:chOff x="247650" y="1180148"/>
              <a:chExt cx="198834" cy="160496"/>
            </a:xfrm>
          </p:grpSpPr>
          <p:cxnSp>
            <p:nvCxnSpPr>
              <p:cNvPr id="432" name="Straight Connector 431">
                <a:extLst>
                  <a:ext uri="{FF2B5EF4-FFF2-40B4-BE49-F238E27FC236}">
                    <a16:creationId xmlns:a16="http://schemas.microsoft.com/office/drawing/2014/main" id="{892A80D3-C62B-80AA-7EF6-A1B5402ED8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Straight Connector 432">
                <a:extLst>
                  <a:ext uri="{FF2B5EF4-FFF2-40B4-BE49-F238E27FC236}">
                    <a16:creationId xmlns:a16="http://schemas.microsoft.com/office/drawing/2014/main" id="{D706413D-A85C-BCF6-48DB-BEEB0A11A3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4" name="Straight Connector 433">
                <a:extLst>
                  <a:ext uri="{FF2B5EF4-FFF2-40B4-BE49-F238E27FC236}">
                    <a16:creationId xmlns:a16="http://schemas.microsoft.com/office/drawing/2014/main" id="{53858732-BC8C-73E9-47E9-C8E4E4B08A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Straight Connector 434">
                <a:extLst>
                  <a:ext uri="{FF2B5EF4-FFF2-40B4-BE49-F238E27FC236}">
                    <a16:creationId xmlns:a16="http://schemas.microsoft.com/office/drawing/2014/main" id="{842A9BBD-E366-BB20-B4FA-8FF94E0651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22D2B45B-2F67-AD7E-49A7-76BD67B500B2}"/>
                </a:ext>
              </a:extLst>
            </p:cNvPr>
            <p:cNvGrpSpPr/>
            <p:nvPr/>
          </p:nvGrpSpPr>
          <p:grpSpPr>
            <a:xfrm>
              <a:off x="564105" y="1123928"/>
              <a:ext cx="198834" cy="160496"/>
              <a:chOff x="247650" y="1180148"/>
              <a:chExt cx="198834" cy="160496"/>
            </a:xfrm>
          </p:grpSpPr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977BCC11-79F5-804C-32D2-EDDB6DED0D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B6C7C7FB-678F-8225-7A97-BA1600797C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84D5C768-80CB-69CA-1857-8B56D1B476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1" name="Straight Connector 430">
                <a:extLst>
                  <a:ext uri="{FF2B5EF4-FFF2-40B4-BE49-F238E27FC236}">
                    <a16:creationId xmlns:a16="http://schemas.microsoft.com/office/drawing/2014/main" id="{7DFF4AB2-C41E-0A32-8466-F74256A22F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6757024A-B16F-F619-DF46-17234142C5C9}"/>
                </a:ext>
              </a:extLst>
            </p:cNvPr>
            <p:cNvGrpSpPr/>
            <p:nvPr/>
          </p:nvGrpSpPr>
          <p:grpSpPr>
            <a:xfrm>
              <a:off x="821425" y="1053085"/>
              <a:ext cx="198834" cy="160496"/>
              <a:chOff x="247650" y="1180148"/>
              <a:chExt cx="198834" cy="160496"/>
            </a:xfrm>
          </p:grpSpPr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30A1B2B9-B386-CE6F-50D2-0FEB7A39FE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9BA5ED07-DD76-DE6D-B56F-62009ED7C1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Straight Connector 425">
                <a:extLst>
                  <a:ext uri="{FF2B5EF4-FFF2-40B4-BE49-F238E27FC236}">
                    <a16:creationId xmlns:a16="http://schemas.microsoft.com/office/drawing/2014/main" id="{BF1E8E9B-9464-E896-330F-651D775752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98B94BAB-DFB3-793F-D087-39F3AD59A0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9" name="Group 358">
              <a:extLst>
                <a:ext uri="{FF2B5EF4-FFF2-40B4-BE49-F238E27FC236}">
                  <a16:creationId xmlns:a16="http://schemas.microsoft.com/office/drawing/2014/main" id="{58C2016D-1302-3ED8-5D98-87C64F6547F8}"/>
                </a:ext>
              </a:extLst>
            </p:cNvPr>
            <p:cNvGrpSpPr/>
            <p:nvPr/>
          </p:nvGrpSpPr>
          <p:grpSpPr>
            <a:xfrm>
              <a:off x="1056284" y="987125"/>
              <a:ext cx="198834" cy="160496"/>
              <a:chOff x="247650" y="1180148"/>
              <a:chExt cx="198834" cy="160496"/>
            </a:xfrm>
          </p:grpSpPr>
          <p:cxnSp>
            <p:nvCxnSpPr>
              <p:cNvPr id="420" name="Straight Connector 419">
                <a:extLst>
                  <a:ext uri="{FF2B5EF4-FFF2-40B4-BE49-F238E27FC236}">
                    <a16:creationId xmlns:a16="http://schemas.microsoft.com/office/drawing/2014/main" id="{3B2185A1-93ED-CBE0-B0FF-D9BB9D99CD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>
                <a:extLst>
                  <a:ext uri="{FF2B5EF4-FFF2-40B4-BE49-F238E27FC236}">
                    <a16:creationId xmlns:a16="http://schemas.microsoft.com/office/drawing/2014/main" id="{B732C35B-44A5-0E95-DA86-04635D08B3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Straight Connector 421">
                <a:extLst>
                  <a:ext uri="{FF2B5EF4-FFF2-40B4-BE49-F238E27FC236}">
                    <a16:creationId xmlns:a16="http://schemas.microsoft.com/office/drawing/2014/main" id="{A4D27125-5FB6-912C-5AED-103FA2BC15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Straight Connector 422">
                <a:extLst>
                  <a:ext uri="{FF2B5EF4-FFF2-40B4-BE49-F238E27FC236}">
                    <a16:creationId xmlns:a16="http://schemas.microsoft.com/office/drawing/2014/main" id="{D2D5CD76-631C-A591-03F1-92BAADE1EC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0" name="Group 359">
              <a:extLst>
                <a:ext uri="{FF2B5EF4-FFF2-40B4-BE49-F238E27FC236}">
                  <a16:creationId xmlns:a16="http://schemas.microsoft.com/office/drawing/2014/main" id="{050B3C05-4F13-4E08-CE6F-2B8FD7116F45}"/>
                </a:ext>
              </a:extLst>
            </p:cNvPr>
            <p:cNvGrpSpPr/>
            <p:nvPr/>
          </p:nvGrpSpPr>
          <p:grpSpPr>
            <a:xfrm>
              <a:off x="389643" y="1031415"/>
              <a:ext cx="198834" cy="160496"/>
              <a:chOff x="247650" y="1180148"/>
              <a:chExt cx="198834" cy="160496"/>
            </a:xfrm>
          </p:grpSpPr>
          <p:cxnSp>
            <p:nvCxnSpPr>
              <p:cNvPr id="416" name="Straight Connector 415">
                <a:extLst>
                  <a:ext uri="{FF2B5EF4-FFF2-40B4-BE49-F238E27FC236}">
                    <a16:creationId xmlns:a16="http://schemas.microsoft.com/office/drawing/2014/main" id="{EF697299-3F43-63AD-4AC5-66C816F886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5115DF47-A1B7-3848-8D34-F3ABE34EF6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Straight Connector 417">
                <a:extLst>
                  <a:ext uri="{FF2B5EF4-FFF2-40B4-BE49-F238E27FC236}">
                    <a16:creationId xmlns:a16="http://schemas.microsoft.com/office/drawing/2014/main" id="{C2D732D0-0425-B487-7E33-E0C624EAF7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Straight Connector 418">
                <a:extLst>
                  <a:ext uri="{FF2B5EF4-FFF2-40B4-BE49-F238E27FC236}">
                    <a16:creationId xmlns:a16="http://schemas.microsoft.com/office/drawing/2014/main" id="{5CBE203F-0641-8D47-8E6D-16FD2CD864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56EC7CE7-16FE-0BC5-91D5-84404E0DC384}"/>
                </a:ext>
              </a:extLst>
            </p:cNvPr>
            <p:cNvGrpSpPr/>
            <p:nvPr/>
          </p:nvGrpSpPr>
          <p:grpSpPr>
            <a:xfrm>
              <a:off x="645068" y="952598"/>
              <a:ext cx="198834" cy="160496"/>
              <a:chOff x="247650" y="1180148"/>
              <a:chExt cx="198834" cy="160496"/>
            </a:xfrm>
          </p:grpSpPr>
          <p:cxnSp>
            <p:nvCxnSpPr>
              <p:cNvPr id="412" name="Straight Connector 411">
                <a:extLst>
                  <a:ext uri="{FF2B5EF4-FFF2-40B4-BE49-F238E27FC236}">
                    <a16:creationId xmlns:a16="http://schemas.microsoft.com/office/drawing/2014/main" id="{8B36FB4F-58EC-A062-C258-ADC9C0AFF1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Straight Connector 412">
                <a:extLst>
                  <a:ext uri="{FF2B5EF4-FFF2-40B4-BE49-F238E27FC236}">
                    <a16:creationId xmlns:a16="http://schemas.microsoft.com/office/drawing/2014/main" id="{343C9A4D-5A1E-AC97-39AF-8C5300548F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Straight Connector 413">
                <a:extLst>
                  <a:ext uri="{FF2B5EF4-FFF2-40B4-BE49-F238E27FC236}">
                    <a16:creationId xmlns:a16="http://schemas.microsoft.com/office/drawing/2014/main" id="{60285C8E-4BFD-DB7B-6D4B-B360C9FC60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Straight Connector 414">
                <a:extLst>
                  <a:ext uri="{FF2B5EF4-FFF2-40B4-BE49-F238E27FC236}">
                    <a16:creationId xmlns:a16="http://schemas.microsoft.com/office/drawing/2014/main" id="{03EE50D5-5AAA-6409-7258-6CBDB30CEC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447078DA-CFE5-8906-17E7-4F087A0BF5C1}"/>
                </a:ext>
              </a:extLst>
            </p:cNvPr>
            <p:cNvGrpSpPr/>
            <p:nvPr/>
          </p:nvGrpSpPr>
          <p:grpSpPr>
            <a:xfrm>
              <a:off x="902388" y="881755"/>
              <a:ext cx="198834" cy="160496"/>
              <a:chOff x="247650" y="1180148"/>
              <a:chExt cx="198834" cy="160496"/>
            </a:xfrm>
          </p:grpSpPr>
          <p:cxnSp>
            <p:nvCxnSpPr>
              <p:cNvPr id="408" name="Straight Connector 407">
                <a:extLst>
                  <a:ext uri="{FF2B5EF4-FFF2-40B4-BE49-F238E27FC236}">
                    <a16:creationId xmlns:a16="http://schemas.microsoft.com/office/drawing/2014/main" id="{38D54379-1258-EAB2-BBCE-93D1235274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Straight Connector 408">
                <a:extLst>
                  <a:ext uri="{FF2B5EF4-FFF2-40B4-BE49-F238E27FC236}">
                    <a16:creationId xmlns:a16="http://schemas.microsoft.com/office/drawing/2014/main" id="{D99CD456-BB8B-7929-5B81-3B7DBFB17C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Straight Connector 409">
                <a:extLst>
                  <a:ext uri="{FF2B5EF4-FFF2-40B4-BE49-F238E27FC236}">
                    <a16:creationId xmlns:a16="http://schemas.microsoft.com/office/drawing/2014/main" id="{CC21F536-DB4B-CFFC-421C-C165C6DA79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>
                <a:extLst>
                  <a:ext uri="{FF2B5EF4-FFF2-40B4-BE49-F238E27FC236}">
                    <a16:creationId xmlns:a16="http://schemas.microsoft.com/office/drawing/2014/main" id="{865816F3-654E-FD46-83E4-FE1D547A75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3" name="Group 362">
              <a:extLst>
                <a:ext uri="{FF2B5EF4-FFF2-40B4-BE49-F238E27FC236}">
                  <a16:creationId xmlns:a16="http://schemas.microsoft.com/office/drawing/2014/main" id="{108F27E2-237F-FDFD-1B4B-94C836D6658A}"/>
                </a:ext>
              </a:extLst>
            </p:cNvPr>
            <p:cNvGrpSpPr/>
            <p:nvPr/>
          </p:nvGrpSpPr>
          <p:grpSpPr>
            <a:xfrm>
              <a:off x="1137247" y="815795"/>
              <a:ext cx="198834" cy="160496"/>
              <a:chOff x="247650" y="1180148"/>
              <a:chExt cx="198834" cy="160496"/>
            </a:xfrm>
          </p:grpSpPr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0F6B1E04-04DD-E217-A603-8BBCAF6E1A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E4BAA46F-A0CD-D0D0-6A31-F69962024D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>
                <a:extLst>
                  <a:ext uri="{FF2B5EF4-FFF2-40B4-BE49-F238E27FC236}">
                    <a16:creationId xmlns:a16="http://schemas.microsoft.com/office/drawing/2014/main" id="{2AD3A9A5-F2AC-2599-53FC-ADAC0DE424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" name="Straight Connector 406">
                <a:extLst>
                  <a:ext uri="{FF2B5EF4-FFF2-40B4-BE49-F238E27FC236}">
                    <a16:creationId xmlns:a16="http://schemas.microsoft.com/office/drawing/2014/main" id="{C7B6665F-6499-8E1D-6D0D-F41E69CE8D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4" name="Group 363">
              <a:extLst>
                <a:ext uri="{FF2B5EF4-FFF2-40B4-BE49-F238E27FC236}">
                  <a16:creationId xmlns:a16="http://schemas.microsoft.com/office/drawing/2014/main" id="{29CA2BB9-A29D-E4FF-94BB-B1DE86779604}"/>
                </a:ext>
              </a:extLst>
            </p:cNvPr>
            <p:cNvGrpSpPr/>
            <p:nvPr/>
          </p:nvGrpSpPr>
          <p:grpSpPr>
            <a:xfrm>
              <a:off x="489058" y="854013"/>
              <a:ext cx="198834" cy="160496"/>
              <a:chOff x="247650" y="1180148"/>
              <a:chExt cx="198834" cy="160496"/>
            </a:xfrm>
          </p:grpSpPr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CEF88E5B-7CF2-3EAD-A7C2-03639C8B8F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4EB917F0-A85E-FF55-01A3-DF91F81D85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47B1B924-0B64-6EAF-AFF0-B821F81F91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Straight Connector 402">
                <a:extLst>
                  <a:ext uri="{FF2B5EF4-FFF2-40B4-BE49-F238E27FC236}">
                    <a16:creationId xmlns:a16="http://schemas.microsoft.com/office/drawing/2014/main" id="{739718D5-FA3B-5B8F-2912-433D1C588A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5" name="Group 364">
              <a:extLst>
                <a:ext uri="{FF2B5EF4-FFF2-40B4-BE49-F238E27FC236}">
                  <a16:creationId xmlns:a16="http://schemas.microsoft.com/office/drawing/2014/main" id="{A7EA272C-1076-8684-5D06-15D1EE6D3A99}"/>
                </a:ext>
              </a:extLst>
            </p:cNvPr>
            <p:cNvGrpSpPr/>
            <p:nvPr/>
          </p:nvGrpSpPr>
          <p:grpSpPr>
            <a:xfrm>
              <a:off x="744483" y="775196"/>
              <a:ext cx="198834" cy="160496"/>
              <a:chOff x="247650" y="1180148"/>
              <a:chExt cx="198834" cy="160496"/>
            </a:xfrm>
          </p:grpSpPr>
          <p:cxnSp>
            <p:nvCxnSpPr>
              <p:cNvPr id="396" name="Straight Connector 395">
                <a:extLst>
                  <a:ext uri="{FF2B5EF4-FFF2-40B4-BE49-F238E27FC236}">
                    <a16:creationId xmlns:a16="http://schemas.microsoft.com/office/drawing/2014/main" id="{DC774E24-6364-8815-D898-E88BF7FCF6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Straight Connector 396">
                <a:extLst>
                  <a:ext uri="{FF2B5EF4-FFF2-40B4-BE49-F238E27FC236}">
                    <a16:creationId xmlns:a16="http://schemas.microsoft.com/office/drawing/2014/main" id="{463B7C6F-6FCD-911E-9A63-8A190BAD83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8FC337F6-36E3-54BA-E264-CACE001172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4584AC34-999A-651D-DF1C-77B6FF4997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6" name="Group 365">
              <a:extLst>
                <a:ext uri="{FF2B5EF4-FFF2-40B4-BE49-F238E27FC236}">
                  <a16:creationId xmlns:a16="http://schemas.microsoft.com/office/drawing/2014/main" id="{9CA40528-6831-D103-7CDF-F6613862F19C}"/>
                </a:ext>
              </a:extLst>
            </p:cNvPr>
            <p:cNvGrpSpPr/>
            <p:nvPr/>
          </p:nvGrpSpPr>
          <p:grpSpPr>
            <a:xfrm>
              <a:off x="1001803" y="704353"/>
              <a:ext cx="198834" cy="160496"/>
              <a:chOff x="247650" y="1180148"/>
              <a:chExt cx="198834" cy="160496"/>
            </a:xfrm>
          </p:grpSpPr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6D89885B-E134-8790-BAE0-013FF6DA80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960E2CA9-263C-9CA8-502D-DF3C26E972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Straight Connector 393">
                <a:extLst>
                  <a:ext uri="{FF2B5EF4-FFF2-40B4-BE49-F238E27FC236}">
                    <a16:creationId xmlns:a16="http://schemas.microsoft.com/office/drawing/2014/main" id="{FE385B2F-4232-34FA-C10F-89A2E096B6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Straight Connector 394">
                <a:extLst>
                  <a:ext uri="{FF2B5EF4-FFF2-40B4-BE49-F238E27FC236}">
                    <a16:creationId xmlns:a16="http://schemas.microsoft.com/office/drawing/2014/main" id="{106AD562-BF2F-5722-1F16-36E57D4BEF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96F06533-2A97-19B9-D6A6-C07918941058}"/>
                </a:ext>
              </a:extLst>
            </p:cNvPr>
            <p:cNvGrpSpPr/>
            <p:nvPr/>
          </p:nvGrpSpPr>
          <p:grpSpPr>
            <a:xfrm>
              <a:off x="1236662" y="638393"/>
              <a:ext cx="198834" cy="160496"/>
              <a:chOff x="247650" y="1180148"/>
              <a:chExt cx="198834" cy="160496"/>
            </a:xfrm>
          </p:grpSpPr>
          <p:cxnSp>
            <p:nvCxnSpPr>
              <p:cNvPr id="388" name="Straight Connector 387">
                <a:extLst>
                  <a:ext uri="{FF2B5EF4-FFF2-40B4-BE49-F238E27FC236}">
                    <a16:creationId xmlns:a16="http://schemas.microsoft.com/office/drawing/2014/main" id="{342A496B-151D-590D-EF2B-75D7200E15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42B82752-6CF1-C4ED-A4A0-44EFD7D02F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Straight Connector 389">
                <a:extLst>
                  <a:ext uri="{FF2B5EF4-FFF2-40B4-BE49-F238E27FC236}">
                    <a16:creationId xmlns:a16="http://schemas.microsoft.com/office/drawing/2014/main" id="{5E24FB27-2C91-534D-D7D2-F77F184549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8472ABEB-8A51-2357-F73C-D4B1BFC0DA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402ACA55-FB77-1E10-EDDD-787ED92605BE}"/>
                </a:ext>
              </a:extLst>
            </p:cNvPr>
            <p:cNvGrpSpPr/>
            <p:nvPr/>
          </p:nvGrpSpPr>
          <p:grpSpPr>
            <a:xfrm>
              <a:off x="570021" y="682683"/>
              <a:ext cx="198834" cy="160496"/>
              <a:chOff x="247650" y="1180148"/>
              <a:chExt cx="198834" cy="160496"/>
            </a:xfrm>
          </p:grpSpPr>
          <p:cxnSp>
            <p:nvCxnSpPr>
              <p:cNvPr id="384" name="Straight Connector 383">
                <a:extLst>
                  <a:ext uri="{FF2B5EF4-FFF2-40B4-BE49-F238E27FC236}">
                    <a16:creationId xmlns:a16="http://schemas.microsoft.com/office/drawing/2014/main" id="{893E3CBB-41C1-D7DB-CFB3-B5403751A9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B1415310-B9CF-5532-9E73-94256EC70D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Straight Connector 385">
                <a:extLst>
                  <a:ext uri="{FF2B5EF4-FFF2-40B4-BE49-F238E27FC236}">
                    <a16:creationId xmlns:a16="http://schemas.microsoft.com/office/drawing/2014/main" id="{C648C3E8-73E3-A736-CA4C-020403210E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Straight Connector 386">
                <a:extLst>
                  <a:ext uri="{FF2B5EF4-FFF2-40B4-BE49-F238E27FC236}">
                    <a16:creationId xmlns:a16="http://schemas.microsoft.com/office/drawing/2014/main" id="{6DC185E2-485C-927C-DE5D-1EA821D93A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9" name="Group 368">
              <a:extLst>
                <a:ext uri="{FF2B5EF4-FFF2-40B4-BE49-F238E27FC236}">
                  <a16:creationId xmlns:a16="http://schemas.microsoft.com/office/drawing/2014/main" id="{2BC1792B-23C1-CA2E-DDB2-1196CA7D9D18}"/>
                </a:ext>
              </a:extLst>
            </p:cNvPr>
            <p:cNvGrpSpPr/>
            <p:nvPr/>
          </p:nvGrpSpPr>
          <p:grpSpPr>
            <a:xfrm>
              <a:off x="825446" y="603866"/>
              <a:ext cx="198834" cy="160496"/>
              <a:chOff x="247650" y="1180148"/>
              <a:chExt cx="198834" cy="160496"/>
            </a:xfrm>
          </p:grpSpPr>
          <p:cxnSp>
            <p:nvCxnSpPr>
              <p:cNvPr id="380" name="Straight Connector 379">
                <a:extLst>
                  <a:ext uri="{FF2B5EF4-FFF2-40B4-BE49-F238E27FC236}">
                    <a16:creationId xmlns:a16="http://schemas.microsoft.com/office/drawing/2014/main" id="{ACE11E7E-24EA-319C-8D87-FAE6F347CB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Straight Connector 380">
                <a:extLst>
                  <a:ext uri="{FF2B5EF4-FFF2-40B4-BE49-F238E27FC236}">
                    <a16:creationId xmlns:a16="http://schemas.microsoft.com/office/drawing/2014/main" id="{6EA43BE7-795F-87A7-3038-6730F9678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Straight Connector 381">
                <a:extLst>
                  <a:ext uri="{FF2B5EF4-FFF2-40B4-BE49-F238E27FC236}">
                    <a16:creationId xmlns:a16="http://schemas.microsoft.com/office/drawing/2014/main" id="{709D8CBF-FCD5-4AA0-999E-80F8306AAE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Straight Connector 382">
                <a:extLst>
                  <a:ext uri="{FF2B5EF4-FFF2-40B4-BE49-F238E27FC236}">
                    <a16:creationId xmlns:a16="http://schemas.microsoft.com/office/drawing/2014/main" id="{3121550C-5EA9-0B99-ABD0-66E0C17D8F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0" name="Group 369">
              <a:extLst>
                <a:ext uri="{FF2B5EF4-FFF2-40B4-BE49-F238E27FC236}">
                  <a16:creationId xmlns:a16="http://schemas.microsoft.com/office/drawing/2014/main" id="{EAE0C3B0-1443-E6D4-3CDA-C0814A31F52C}"/>
                </a:ext>
              </a:extLst>
            </p:cNvPr>
            <p:cNvGrpSpPr/>
            <p:nvPr/>
          </p:nvGrpSpPr>
          <p:grpSpPr>
            <a:xfrm>
              <a:off x="1082766" y="533023"/>
              <a:ext cx="198834" cy="160496"/>
              <a:chOff x="247650" y="1180148"/>
              <a:chExt cx="198834" cy="160496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4FE44CE5-06DE-2B69-35B9-1D4AB2BDDB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9E50C475-2CCD-2783-0838-8FB5561C08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CBC16A5E-2B22-AB7D-EDEF-CD75CF20A3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Straight Connector 378">
                <a:extLst>
                  <a:ext uri="{FF2B5EF4-FFF2-40B4-BE49-F238E27FC236}">
                    <a16:creationId xmlns:a16="http://schemas.microsoft.com/office/drawing/2014/main" id="{A5D1803B-41A0-3B06-4FCA-CB6C5D80E3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1" name="Group 370">
              <a:extLst>
                <a:ext uri="{FF2B5EF4-FFF2-40B4-BE49-F238E27FC236}">
                  <a16:creationId xmlns:a16="http://schemas.microsoft.com/office/drawing/2014/main" id="{EC725BBF-C166-7AEA-E432-98BEE1FB7B9E}"/>
                </a:ext>
              </a:extLst>
            </p:cNvPr>
            <p:cNvGrpSpPr/>
            <p:nvPr/>
          </p:nvGrpSpPr>
          <p:grpSpPr>
            <a:xfrm>
              <a:off x="1317625" y="467063"/>
              <a:ext cx="198834" cy="160496"/>
              <a:chOff x="247650" y="1180148"/>
              <a:chExt cx="198834" cy="160496"/>
            </a:xfrm>
          </p:grpSpPr>
          <p:cxnSp>
            <p:nvCxnSpPr>
              <p:cNvPr id="372" name="Straight Connector 371">
                <a:extLst>
                  <a:ext uri="{FF2B5EF4-FFF2-40B4-BE49-F238E27FC236}">
                    <a16:creationId xmlns:a16="http://schemas.microsoft.com/office/drawing/2014/main" id="{64B65768-4FD5-F48C-5ACD-D34305AEDA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650" y="1295400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6FD8F804-0FDC-99F7-A49C-1BE8FA843E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41" y="1225392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14CE5757-E887-60C0-2111-DF2FCD9A44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91" y="1180148"/>
                <a:ext cx="140493" cy="4524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B3D7C56F-6E33-4FA9-1EFF-B7938E19B2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570" y="1180148"/>
                <a:ext cx="61912" cy="11287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  <a:alpha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36" name="Straight Connector 435">
            <a:extLst>
              <a:ext uri="{FF2B5EF4-FFF2-40B4-BE49-F238E27FC236}">
                <a16:creationId xmlns:a16="http://schemas.microsoft.com/office/drawing/2014/main" id="{D6BAD90F-96B6-DCDE-4509-37050D7326FA}"/>
              </a:ext>
            </a:extLst>
          </p:cNvPr>
          <p:cNvCxnSpPr>
            <a:cxnSpLocks/>
            <a:stCxn id="355" idx="3"/>
            <a:endCxn id="326" idx="4"/>
          </p:cNvCxnSpPr>
          <p:nvPr/>
        </p:nvCxnSpPr>
        <p:spPr>
          <a:xfrm flipH="1">
            <a:off x="866554" y="1044740"/>
            <a:ext cx="287" cy="138933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7" name="TextBox 436">
                <a:extLst>
                  <a:ext uri="{FF2B5EF4-FFF2-40B4-BE49-F238E27FC236}">
                    <a16:creationId xmlns:a16="http://schemas.microsoft.com/office/drawing/2014/main" id="{1BBBCBD6-1F39-E41B-9929-C859E54DE839}"/>
                  </a:ext>
                </a:extLst>
              </p:cNvPr>
              <p:cNvSpPr txBox="1"/>
              <p:nvPr/>
            </p:nvSpPr>
            <p:spPr>
              <a:xfrm rot="16200000">
                <a:off x="400131" y="1181824"/>
                <a:ext cx="6799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300" dirty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300" dirty="0"/>
                  <a:t> m</a:t>
                </a:r>
              </a:p>
            </p:txBody>
          </p:sp>
        </mc:Choice>
        <mc:Fallback>
          <p:sp>
            <p:nvSpPr>
              <p:cNvPr id="437" name="TextBox 436">
                <a:extLst>
                  <a:ext uri="{FF2B5EF4-FFF2-40B4-BE49-F238E27FC236}">
                    <a16:creationId xmlns:a16="http://schemas.microsoft.com/office/drawing/2014/main" id="{1BBBCBD6-1F39-E41B-9929-C859E54DE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00131" y="1181824"/>
                <a:ext cx="679994" cy="461665"/>
              </a:xfrm>
              <a:prstGeom prst="rect">
                <a:avLst/>
              </a:prstGeom>
              <a:blipFill>
                <a:blip r:embed="rId6"/>
                <a:stretch>
                  <a:fillRect l="-9333" t="-9821" r="-28000" b="-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8" name="TextBox 437">
                <a:extLst>
                  <a:ext uri="{FF2B5EF4-FFF2-40B4-BE49-F238E27FC236}">
                    <a16:creationId xmlns:a16="http://schemas.microsoft.com/office/drawing/2014/main" id="{43675430-D7B8-E4F8-A559-F8EF685DEF6A}"/>
                  </a:ext>
                </a:extLst>
              </p:cNvPr>
              <p:cNvSpPr txBox="1"/>
              <p:nvPr/>
            </p:nvSpPr>
            <p:spPr>
              <a:xfrm rot="19600954">
                <a:off x="1235117" y="1508577"/>
                <a:ext cx="8499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300" i="1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300" dirty="0"/>
                  <a:t> m</a:t>
                </a:r>
              </a:p>
            </p:txBody>
          </p:sp>
        </mc:Choice>
        <mc:Fallback>
          <p:sp>
            <p:nvSpPr>
              <p:cNvPr id="438" name="TextBox 437">
                <a:extLst>
                  <a:ext uri="{FF2B5EF4-FFF2-40B4-BE49-F238E27FC236}">
                    <a16:creationId xmlns:a16="http://schemas.microsoft.com/office/drawing/2014/main" id="{43675430-D7B8-E4F8-A559-F8EF685DE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600954">
                <a:off x="1235117" y="1508577"/>
                <a:ext cx="849913" cy="461665"/>
              </a:xfrm>
              <a:prstGeom prst="rect">
                <a:avLst/>
              </a:prstGeom>
              <a:blipFill>
                <a:blip r:embed="rId7"/>
                <a:stretch>
                  <a:fillRect t="-7092" r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9" name="TextBox 438">
                <a:extLst>
                  <a:ext uri="{FF2B5EF4-FFF2-40B4-BE49-F238E27FC236}">
                    <a16:creationId xmlns:a16="http://schemas.microsoft.com/office/drawing/2014/main" id="{21FA81C5-B73F-EF0A-ECBB-3704465ED1DF}"/>
                  </a:ext>
                </a:extLst>
              </p:cNvPr>
              <p:cNvSpPr txBox="1"/>
              <p:nvPr/>
            </p:nvSpPr>
            <p:spPr>
              <a:xfrm rot="2871700">
                <a:off x="851201" y="2920477"/>
                <a:ext cx="8499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300" i="1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300" dirty="0"/>
                  <a:t> m</a:t>
                </a:r>
              </a:p>
            </p:txBody>
          </p:sp>
        </mc:Choice>
        <mc:Fallback>
          <p:sp>
            <p:nvSpPr>
              <p:cNvPr id="439" name="TextBox 438">
                <a:extLst>
                  <a:ext uri="{FF2B5EF4-FFF2-40B4-BE49-F238E27FC236}">
                    <a16:creationId xmlns:a16="http://schemas.microsoft.com/office/drawing/2014/main" id="{21FA81C5-B73F-EF0A-ECBB-3704465ED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871700">
                <a:off x="851201" y="2920477"/>
                <a:ext cx="849913" cy="461665"/>
              </a:xfrm>
              <a:prstGeom prst="rect">
                <a:avLst/>
              </a:prstGeom>
              <a:blipFill>
                <a:blip r:embed="rId8"/>
                <a:stretch>
                  <a:fillRect r="-6623" b="-12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id="{19815245-DB65-2D05-189B-63C265D0A673}"/>
                  </a:ext>
                </a:extLst>
              </p:cNvPr>
              <p:cNvSpPr txBox="1"/>
              <p:nvPr/>
            </p:nvSpPr>
            <p:spPr>
              <a:xfrm>
                <a:off x="1142392" y="2291701"/>
                <a:ext cx="8723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300" dirty="0">
                          <a:latin typeface="Cambria Math" panose="02040503050406030204" pitchFamily="18" charset="0"/>
                        </a:rPr>
                        <m:t>120</m:t>
                      </m:r>
                      <m:r>
                        <a:rPr lang="en-GB" sz="2300" dirty="0"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US" sz="2300" dirty="0"/>
              </a:p>
            </p:txBody>
          </p:sp>
        </mc:Choice>
        <mc:Fallback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id="{19815245-DB65-2D05-189B-63C265D0A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392" y="2291701"/>
                <a:ext cx="87235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1" name="Arc 440">
            <a:extLst>
              <a:ext uri="{FF2B5EF4-FFF2-40B4-BE49-F238E27FC236}">
                <a16:creationId xmlns:a16="http://schemas.microsoft.com/office/drawing/2014/main" id="{0875AFED-FAA8-8F93-04DF-B3CDBC68D22B}"/>
              </a:ext>
            </a:extLst>
          </p:cNvPr>
          <p:cNvSpPr/>
          <p:nvPr/>
        </p:nvSpPr>
        <p:spPr>
          <a:xfrm>
            <a:off x="263772" y="1926595"/>
            <a:ext cx="914400" cy="914400"/>
          </a:xfrm>
          <a:prstGeom prst="arc">
            <a:avLst>
              <a:gd name="adj1" fmla="val 20807934"/>
              <a:gd name="adj2" fmla="val 226165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00"/>
          </a:p>
        </p:txBody>
      </p:sp>
    </p:spTree>
    <p:extLst>
      <p:ext uri="{BB962C8B-B14F-4D97-AF65-F5344CB8AC3E}">
        <p14:creationId xmlns:p14="http://schemas.microsoft.com/office/powerpoint/2010/main" val="2850650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7CF2C-4C1D-49E4-80A2-CA96361E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1D70572-1E4C-FE80-C816-302061FF1324}"/>
              </a:ext>
            </a:extLst>
          </p:cNvPr>
          <p:cNvCxnSpPr>
            <a:cxnSpLocks/>
          </p:cNvCxnSpPr>
          <p:nvPr/>
        </p:nvCxnSpPr>
        <p:spPr>
          <a:xfrm flipV="1">
            <a:off x="868187" y="2271751"/>
            <a:ext cx="421582" cy="271991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C15ACD02-82E4-3FE6-833F-2A82FF97A74B}"/>
              </a:ext>
            </a:extLst>
          </p:cNvPr>
          <p:cNvSpPr/>
          <p:nvPr/>
        </p:nvSpPr>
        <p:spPr>
          <a:xfrm rot="10145880" flipV="1">
            <a:off x="1882123" y="2049066"/>
            <a:ext cx="783907" cy="117839"/>
          </a:xfrm>
          <a:custGeom>
            <a:avLst/>
            <a:gdLst>
              <a:gd name="connsiteX0" fmla="*/ 0 w 4991100"/>
              <a:gd name="connsiteY0" fmla="*/ 914404 h 914418"/>
              <a:gd name="connsiteX1" fmla="*/ 901700 w 4991100"/>
              <a:gd name="connsiteY1" fmla="*/ 25404 h 914418"/>
              <a:gd name="connsiteX2" fmla="*/ 1816100 w 4991100"/>
              <a:gd name="connsiteY2" fmla="*/ 914404 h 914418"/>
              <a:gd name="connsiteX3" fmla="*/ 2717800 w 4991100"/>
              <a:gd name="connsiteY3" fmla="*/ 4 h 914418"/>
              <a:gd name="connsiteX4" fmla="*/ 3644900 w 4991100"/>
              <a:gd name="connsiteY4" fmla="*/ 901704 h 914418"/>
              <a:gd name="connsiteX5" fmla="*/ 4533900 w 4991100"/>
              <a:gd name="connsiteY5" fmla="*/ 457204 h 914418"/>
              <a:gd name="connsiteX6" fmla="*/ 4991100 w 4991100"/>
              <a:gd name="connsiteY6" fmla="*/ 355604 h 91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1100" h="914418">
                <a:moveTo>
                  <a:pt x="0" y="914404"/>
                </a:moveTo>
                <a:cubicBezTo>
                  <a:pt x="299508" y="469904"/>
                  <a:pt x="599017" y="25404"/>
                  <a:pt x="901700" y="25404"/>
                </a:cubicBezTo>
                <a:cubicBezTo>
                  <a:pt x="1204383" y="25404"/>
                  <a:pt x="1513417" y="918637"/>
                  <a:pt x="1816100" y="914404"/>
                </a:cubicBezTo>
                <a:cubicBezTo>
                  <a:pt x="2118783" y="910171"/>
                  <a:pt x="2413000" y="2121"/>
                  <a:pt x="2717800" y="4"/>
                </a:cubicBezTo>
                <a:cubicBezTo>
                  <a:pt x="3022600" y="-2113"/>
                  <a:pt x="3342217" y="825504"/>
                  <a:pt x="3644900" y="901704"/>
                </a:cubicBezTo>
                <a:cubicBezTo>
                  <a:pt x="3947583" y="977904"/>
                  <a:pt x="4309533" y="548221"/>
                  <a:pt x="4533900" y="457204"/>
                </a:cubicBezTo>
                <a:cubicBezTo>
                  <a:pt x="4758267" y="366187"/>
                  <a:pt x="4874683" y="360895"/>
                  <a:pt x="4991100" y="355604"/>
                </a:cubicBezTo>
              </a:path>
            </a:pathLst>
          </a:custGeom>
          <a:ln w="31750">
            <a:solidFill>
              <a:schemeClr val="tx2">
                <a:lumMod val="50000"/>
                <a:lumOff val="50000"/>
              </a:schemeClr>
            </a:solidFill>
            <a:tailEnd type="triangle" w="lg" len="lg"/>
          </a:ln>
          <a:effectLst>
            <a:glow rad="457200">
              <a:schemeClr val="tx2">
                <a:lumMod val="10000"/>
                <a:lumOff val="90000"/>
                <a:alpha val="40000"/>
              </a:scheme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200" noProof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A79B7771-20CC-18AF-3D48-4506ECA1908E}"/>
              </a:ext>
            </a:extLst>
          </p:cNvPr>
          <p:cNvSpPr/>
          <p:nvPr/>
        </p:nvSpPr>
        <p:spPr>
          <a:xfrm rot="10145880" flipV="1">
            <a:off x="1829599" y="1605715"/>
            <a:ext cx="806703" cy="117839"/>
          </a:xfrm>
          <a:custGeom>
            <a:avLst/>
            <a:gdLst>
              <a:gd name="connsiteX0" fmla="*/ 0 w 4991100"/>
              <a:gd name="connsiteY0" fmla="*/ 914404 h 914418"/>
              <a:gd name="connsiteX1" fmla="*/ 901700 w 4991100"/>
              <a:gd name="connsiteY1" fmla="*/ 25404 h 914418"/>
              <a:gd name="connsiteX2" fmla="*/ 1816100 w 4991100"/>
              <a:gd name="connsiteY2" fmla="*/ 914404 h 914418"/>
              <a:gd name="connsiteX3" fmla="*/ 2717800 w 4991100"/>
              <a:gd name="connsiteY3" fmla="*/ 4 h 914418"/>
              <a:gd name="connsiteX4" fmla="*/ 3644900 w 4991100"/>
              <a:gd name="connsiteY4" fmla="*/ 901704 h 914418"/>
              <a:gd name="connsiteX5" fmla="*/ 4533900 w 4991100"/>
              <a:gd name="connsiteY5" fmla="*/ 457204 h 914418"/>
              <a:gd name="connsiteX6" fmla="*/ 4991100 w 4991100"/>
              <a:gd name="connsiteY6" fmla="*/ 355604 h 91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1100" h="914418">
                <a:moveTo>
                  <a:pt x="0" y="914404"/>
                </a:moveTo>
                <a:cubicBezTo>
                  <a:pt x="299508" y="469904"/>
                  <a:pt x="599017" y="25404"/>
                  <a:pt x="901700" y="25404"/>
                </a:cubicBezTo>
                <a:cubicBezTo>
                  <a:pt x="1204383" y="25404"/>
                  <a:pt x="1513417" y="918637"/>
                  <a:pt x="1816100" y="914404"/>
                </a:cubicBezTo>
                <a:cubicBezTo>
                  <a:pt x="2118783" y="910171"/>
                  <a:pt x="2413000" y="2121"/>
                  <a:pt x="2717800" y="4"/>
                </a:cubicBezTo>
                <a:cubicBezTo>
                  <a:pt x="3022600" y="-2113"/>
                  <a:pt x="3342217" y="825504"/>
                  <a:pt x="3644900" y="901704"/>
                </a:cubicBezTo>
                <a:cubicBezTo>
                  <a:pt x="3947583" y="977904"/>
                  <a:pt x="4309533" y="548221"/>
                  <a:pt x="4533900" y="457204"/>
                </a:cubicBezTo>
                <a:cubicBezTo>
                  <a:pt x="4758267" y="366187"/>
                  <a:pt x="4874683" y="360895"/>
                  <a:pt x="4991100" y="355604"/>
                </a:cubicBezTo>
              </a:path>
            </a:pathLst>
          </a:custGeom>
          <a:ln w="31750">
            <a:solidFill>
              <a:schemeClr val="tx2">
                <a:lumMod val="50000"/>
                <a:lumOff val="50000"/>
              </a:schemeClr>
            </a:solidFill>
            <a:tailEnd type="triangle" w="lg" len="lg"/>
          </a:ln>
          <a:effectLst>
            <a:glow rad="457200">
              <a:schemeClr val="tx2">
                <a:lumMod val="10000"/>
                <a:lumOff val="90000"/>
                <a:alpha val="40000"/>
              </a:scheme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200" noProof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D7222-D295-2C76-3AC4-2DA366AB086D}"/>
              </a:ext>
            </a:extLst>
          </p:cNvPr>
          <p:cNvSpPr txBox="1"/>
          <p:nvPr/>
        </p:nvSpPr>
        <p:spPr>
          <a:xfrm>
            <a:off x="1" y="6427113"/>
            <a:ext cx="10944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noProof="0" dirty="0"/>
              <a:t>[1] W. Li, N. Wang, and J. Qi, “Direct Angle of Arrival (AOA) </a:t>
            </a:r>
            <a:r>
              <a:rPr lang="en-GB" sz="1100" noProof="0" dirty="0" err="1"/>
              <a:t>EstimationUsing</a:t>
            </a:r>
            <a:r>
              <a:rPr lang="en-GB" sz="1100" noProof="0" dirty="0"/>
              <a:t> a </a:t>
            </a:r>
            <a:r>
              <a:rPr lang="en-GB" sz="1100" noProof="0" dirty="0" err="1"/>
              <a:t>Metasurface</a:t>
            </a:r>
            <a:r>
              <a:rPr lang="en-GB" sz="1100" noProof="0" dirty="0"/>
              <a:t> Antenna With Single Frequency </a:t>
            </a:r>
            <a:r>
              <a:rPr lang="en-GB" sz="1100" noProof="0" dirty="0" err="1"/>
              <a:t>PhaselessMeasurements</a:t>
            </a:r>
            <a:r>
              <a:rPr lang="en-GB" sz="1100" noProof="0" dirty="0"/>
              <a:t> Obeyed Schwarz Inequality,” IEEE Transactions </a:t>
            </a:r>
            <a:r>
              <a:rPr lang="en-GB" sz="1100" noProof="0" dirty="0" err="1"/>
              <a:t>onMicrowave</a:t>
            </a:r>
            <a:r>
              <a:rPr lang="en-GB" sz="1100" noProof="0" dirty="0"/>
              <a:t> Theory and Techniques, vol. 72, no. 4, pp. 2677–2685, Apr.2024.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C1CE8-4B54-8462-D206-C34CD262FAE8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93933-871D-43A0-B4A5-0050B42A6D23}" type="slidenum">
              <a:rPr lang="en-GB" noProof="0" smtClean="0"/>
              <a:t>9</a:t>
            </a:fld>
            <a:endParaRPr lang="en-GB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CD04B-4B76-8508-4554-0A17CF58691A}"/>
              </a:ext>
            </a:extLst>
          </p:cNvPr>
          <p:cNvSpPr txBox="1"/>
          <p:nvPr/>
        </p:nvSpPr>
        <p:spPr>
          <a:xfrm>
            <a:off x="786041" y="811308"/>
            <a:ext cx="1007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noProof="0" dirty="0"/>
              <a:t>Probe</a:t>
            </a:r>
          </a:p>
          <a:p>
            <a:pPr algn="ctr"/>
            <a:r>
              <a:rPr lang="en-GB" noProof="0" dirty="0"/>
              <a:t>antenna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378E19-3B78-CD2F-73CE-46D1C7DD7EC8}"/>
              </a:ext>
            </a:extLst>
          </p:cNvPr>
          <p:cNvSpPr txBox="1"/>
          <p:nvPr/>
        </p:nvSpPr>
        <p:spPr>
          <a:xfrm>
            <a:off x="3002811" y="346320"/>
            <a:ext cx="143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noProof="0" dirty="0" err="1"/>
              <a:t>Metasurface</a:t>
            </a:r>
            <a:endParaRPr lang="en-GB" noProof="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845CB56-7112-C876-2D5D-6567AAC4C4DA}"/>
              </a:ext>
            </a:extLst>
          </p:cNvPr>
          <p:cNvGrpSpPr/>
          <p:nvPr/>
        </p:nvGrpSpPr>
        <p:grpSpPr>
          <a:xfrm>
            <a:off x="2796163" y="838093"/>
            <a:ext cx="1346920" cy="1872727"/>
            <a:chOff x="2507530" y="1530349"/>
            <a:chExt cx="1346920" cy="1872727"/>
          </a:xfrm>
        </p:grpSpPr>
        <p:sp>
          <p:nvSpPr>
            <p:cNvPr id="80" name="Parallelogram 79">
              <a:extLst>
                <a:ext uri="{FF2B5EF4-FFF2-40B4-BE49-F238E27FC236}">
                  <a16:creationId xmlns:a16="http://schemas.microsoft.com/office/drawing/2014/main" id="{E3769255-4F91-F066-3BD2-F2DFC8DC71DD}"/>
                </a:ext>
              </a:extLst>
            </p:cNvPr>
            <p:cNvSpPr/>
            <p:nvPr/>
          </p:nvSpPr>
          <p:spPr>
            <a:xfrm rot="16200000" flipV="1">
              <a:off x="2244626" y="1793253"/>
              <a:ext cx="1872727" cy="1346920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10000"/>
                <a:lumOff val="9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03CF5C17-745C-77DA-F0E9-87948507ED5B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7637" y="31110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325CC04D-2427-C735-62F1-BA22FC1FCC9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0564" y="297952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888F0AB-5282-97CC-E013-DF18294F9874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2060" y="28538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7ED787BF-F5FE-82D3-6106-5463EB8D4F6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4987" y="272235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C3277F6A-2A3F-BC00-2829-9E48925DB09B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7913" y="259191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1753B05D-0301-0F23-8B54-DFD99B5B604B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0840" y="2460414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695F90AD-95BE-F8A4-B838-5D659BF8D92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28682" y="286945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9FB2E82F-AE76-97E4-5252-027D562FF20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1609" y="27379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E8459805-2BE0-6D87-2D9B-951D02485941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3105" y="26122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0083E0E2-A577-94ED-1E21-D7D17E450BA1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6032" y="248077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54C736AE-8926-F7A2-84EE-F18DFD7FBA8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398958" y="235034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06C71E6B-5083-9122-BA55-73C99A851FF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1885" y="221884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25E05A15-CCA4-CBF7-2CFF-6F1D4B87C77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41381" y="26151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CFAB13CC-230F-D7B7-9429-FB3484FB3D8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4308" y="248360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0DFD8AE5-3376-5E7A-5208-9E7163A5C27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5804" y="235793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9E1BF42A-4A7D-CA0B-5845-C7457C694D0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8731" y="22264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58D11117-1675-C15B-56BD-99908D38B15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11657" y="209599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F9FFD4C5-A433-80FC-2E2B-9D5CD8288CA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4584" y="196449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291F7B2E-3933-7320-A640-1A1169EF4C2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2426" y="2367182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DE726751-3F26-4F6E-3517-182D0C47D5B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5353" y="22356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42AD3EE4-DB80-1F4A-39F1-7A9C13546C7B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6849" y="2110007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57ED51A0-B87D-4B67-5509-0DA367A4E1E9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9776" y="19785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52D43A72-27F5-FBD8-F071-49EF083191C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2702" y="184807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42FAD211-A602-2828-91A8-04648777F2D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5629" y="171656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24A7476-3934-A5E4-54D0-EAF7C07FE1FD}"/>
              </a:ext>
            </a:extLst>
          </p:cNvPr>
          <p:cNvGrpSpPr/>
          <p:nvPr/>
        </p:nvGrpSpPr>
        <p:grpSpPr>
          <a:xfrm rot="9175072">
            <a:off x="4625556" y="2014553"/>
            <a:ext cx="503836" cy="1038348"/>
            <a:chOff x="1562125" y="646334"/>
            <a:chExt cx="503836" cy="1038348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CC4F3A5-6181-0384-121A-4DE8BFA4B737}"/>
                </a:ext>
              </a:extLst>
            </p:cNvPr>
            <p:cNvSpPr/>
            <p:nvPr/>
          </p:nvSpPr>
          <p:spPr>
            <a:xfrm rot="3269968" flipV="1">
              <a:off x="1310379" y="1127408"/>
              <a:ext cx="1038348" cy="76200"/>
            </a:xfrm>
            <a:custGeom>
              <a:avLst/>
              <a:gdLst>
                <a:gd name="connsiteX0" fmla="*/ 0 w 4991100"/>
                <a:gd name="connsiteY0" fmla="*/ 914404 h 914418"/>
                <a:gd name="connsiteX1" fmla="*/ 901700 w 4991100"/>
                <a:gd name="connsiteY1" fmla="*/ 25404 h 914418"/>
                <a:gd name="connsiteX2" fmla="*/ 1816100 w 4991100"/>
                <a:gd name="connsiteY2" fmla="*/ 914404 h 914418"/>
                <a:gd name="connsiteX3" fmla="*/ 2717800 w 4991100"/>
                <a:gd name="connsiteY3" fmla="*/ 4 h 914418"/>
                <a:gd name="connsiteX4" fmla="*/ 3644900 w 4991100"/>
                <a:gd name="connsiteY4" fmla="*/ 901704 h 914418"/>
                <a:gd name="connsiteX5" fmla="*/ 4533900 w 4991100"/>
                <a:gd name="connsiteY5" fmla="*/ 457204 h 914418"/>
                <a:gd name="connsiteX6" fmla="*/ 4991100 w 4991100"/>
                <a:gd name="connsiteY6" fmla="*/ 355604 h 91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91100" h="914418">
                  <a:moveTo>
                    <a:pt x="0" y="914404"/>
                  </a:moveTo>
                  <a:cubicBezTo>
                    <a:pt x="299508" y="469904"/>
                    <a:pt x="599017" y="25404"/>
                    <a:pt x="901700" y="25404"/>
                  </a:cubicBezTo>
                  <a:cubicBezTo>
                    <a:pt x="1204383" y="25404"/>
                    <a:pt x="1513417" y="918637"/>
                    <a:pt x="1816100" y="914404"/>
                  </a:cubicBezTo>
                  <a:cubicBezTo>
                    <a:pt x="2118783" y="910171"/>
                    <a:pt x="2413000" y="2121"/>
                    <a:pt x="2717800" y="4"/>
                  </a:cubicBezTo>
                  <a:cubicBezTo>
                    <a:pt x="3022600" y="-2113"/>
                    <a:pt x="3342217" y="825504"/>
                    <a:pt x="3644900" y="901704"/>
                  </a:cubicBezTo>
                  <a:cubicBezTo>
                    <a:pt x="3947583" y="977904"/>
                    <a:pt x="4309533" y="548221"/>
                    <a:pt x="4533900" y="457204"/>
                  </a:cubicBezTo>
                  <a:cubicBezTo>
                    <a:pt x="4758267" y="366187"/>
                    <a:pt x="4874683" y="360895"/>
                    <a:pt x="4991100" y="355604"/>
                  </a:cubicBezTo>
                </a:path>
              </a:pathLst>
            </a:custGeom>
            <a:ln w="31750">
              <a:tailEnd type="triangle" w="lg" len="lg"/>
            </a:ln>
            <a:effectLst>
              <a:glow rad="4572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4C44AE6-A488-BFF3-A2E9-1482949338CF}"/>
                </a:ext>
              </a:extLst>
            </p:cNvPr>
            <p:cNvSpPr/>
            <p:nvPr/>
          </p:nvSpPr>
          <p:spPr>
            <a:xfrm rot="3269968" flipV="1">
              <a:off x="1615088" y="994589"/>
              <a:ext cx="783907" cy="117839"/>
            </a:xfrm>
            <a:custGeom>
              <a:avLst/>
              <a:gdLst>
                <a:gd name="connsiteX0" fmla="*/ 0 w 4991100"/>
                <a:gd name="connsiteY0" fmla="*/ 914404 h 914418"/>
                <a:gd name="connsiteX1" fmla="*/ 901700 w 4991100"/>
                <a:gd name="connsiteY1" fmla="*/ 25404 h 914418"/>
                <a:gd name="connsiteX2" fmla="*/ 1816100 w 4991100"/>
                <a:gd name="connsiteY2" fmla="*/ 914404 h 914418"/>
                <a:gd name="connsiteX3" fmla="*/ 2717800 w 4991100"/>
                <a:gd name="connsiteY3" fmla="*/ 4 h 914418"/>
                <a:gd name="connsiteX4" fmla="*/ 3644900 w 4991100"/>
                <a:gd name="connsiteY4" fmla="*/ 901704 h 914418"/>
                <a:gd name="connsiteX5" fmla="*/ 4533900 w 4991100"/>
                <a:gd name="connsiteY5" fmla="*/ 457204 h 914418"/>
                <a:gd name="connsiteX6" fmla="*/ 4991100 w 4991100"/>
                <a:gd name="connsiteY6" fmla="*/ 355604 h 91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91100" h="914418">
                  <a:moveTo>
                    <a:pt x="0" y="914404"/>
                  </a:moveTo>
                  <a:cubicBezTo>
                    <a:pt x="299508" y="469904"/>
                    <a:pt x="599017" y="25404"/>
                    <a:pt x="901700" y="25404"/>
                  </a:cubicBezTo>
                  <a:cubicBezTo>
                    <a:pt x="1204383" y="25404"/>
                    <a:pt x="1513417" y="918637"/>
                    <a:pt x="1816100" y="914404"/>
                  </a:cubicBezTo>
                  <a:cubicBezTo>
                    <a:pt x="2118783" y="910171"/>
                    <a:pt x="2413000" y="2121"/>
                    <a:pt x="2717800" y="4"/>
                  </a:cubicBezTo>
                  <a:cubicBezTo>
                    <a:pt x="3022600" y="-2113"/>
                    <a:pt x="3342217" y="825504"/>
                    <a:pt x="3644900" y="901704"/>
                  </a:cubicBezTo>
                  <a:cubicBezTo>
                    <a:pt x="3947583" y="977904"/>
                    <a:pt x="4309533" y="548221"/>
                    <a:pt x="4533900" y="457204"/>
                  </a:cubicBezTo>
                  <a:cubicBezTo>
                    <a:pt x="4758267" y="366187"/>
                    <a:pt x="4874683" y="360895"/>
                    <a:pt x="4991100" y="355604"/>
                  </a:cubicBezTo>
                </a:path>
              </a:pathLst>
            </a:custGeom>
            <a:ln w="31750">
              <a:tailEnd type="triangle" w="lg" len="lg"/>
            </a:ln>
            <a:effectLst>
              <a:glow rad="4572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494AD7E-F89D-9FB7-4B22-C8569A3C34E5}"/>
                </a:ext>
              </a:extLst>
            </p:cNvPr>
            <p:cNvSpPr/>
            <p:nvPr/>
          </p:nvSpPr>
          <p:spPr>
            <a:xfrm rot="3269968" flipV="1">
              <a:off x="1217693" y="1216531"/>
              <a:ext cx="806703" cy="117839"/>
            </a:xfrm>
            <a:custGeom>
              <a:avLst/>
              <a:gdLst>
                <a:gd name="connsiteX0" fmla="*/ 0 w 4991100"/>
                <a:gd name="connsiteY0" fmla="*/ 914404 h 914418"/>
                <a:gd name="connsiteX1" fmla="*/ 901700 w 4991100"/>
                <a:gd name="connsiteY1" fmla="*/ 25404 h 914418"/>
                <a:gd name="connsiteX2" fmla="*/ 1816100 w 4991100"/>
                <a:gd name="connsiteY2" fmla="*/ 914404 h 914418"/>
                <a:gd name="connsiteX3" fmla="*/ 2717800 w 4991100"/>
                <a:gd name="connsiteY3" fmla="*/ 4 h 914418"/>
                <a:gd name="connsiteX4" fmla="*/ 3644900 w 4991100"/>
                <a:gd name="connsiteY4" fmla="*/ 901704 h 914418"/>
                <a:gd name="connsiteX5" fmla="*/ 4533900 w 4991100"/>
                <a:gd name="connsiteY5" fmla="*/ 457204 h 914418"/>
                <a:gd name="connsiteX6" fmla="*/ 4991100 w 4991100"/>
                <a:gd name="connsiteY6" fmla="*/ 355604 h 91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91100" h="914418">
                  <a:moveTo>
                    <a:pt x="0" y="914404"/>
                  </a:moveTo>
                  <a:cubicBezTo>
                    <a:pt x="299508" y="469904"/>
                    <a:pt x="599017" y="25404"/>
                    <a:pt x="901700" y="25404"/>
                  </a:cubicBezTo>
                  <a:cubicBezTo>
                    <a:pt x="1204383" y="25404"/>
                    <a:pt x="1513417" y="918637"/>
                    <a:pt x="1816100" y="914404"/>
                  </a:cubicBezTo>
                  <a:cubicBezTo>
                    <a:pt x="2118783" y="910171"/>
                    <a:pt x="2413000" y="2121"/>
                    <a:pt x="2717800" y="4"/>
                  </a:cubicBezTo>
                  <a:cubicBezTo>
                    <a:pt x="3022600" y="-2113"/>
                    <a:pt x="3342217" y="825504"/>
                    <a:pt x="3644900" y="901704"/>
                  </a:cubicBezTo>
                  <a:cubicBezTo>
                    <a:pt x="3947583" y="977904"/>
                    <a:pt x="4309533" y="548221"/>
                    <a:pt x="4533900" y="457204"/>
                  </a:cubicBezTo>
                  <a:cubicBezTo>
                    <a:pt x="4758267" y="366187"/>
                    <a:pt x="4874683" y="360895"/>
                    <a:pt x="4991100" y="355604"/>
                  </a:cubicBezTo>
                </a:path>
              </a:pathLst>
            </a:custGeom>
            <a:ln w="31750">
              <a:tailEnd type="triangle" w="lg" len="lg"/>
            </a:ln>
            <a:effectLst>
              <a:glow rad="4572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pic>
        <p:nvPicPr>
          <p:cNvPr id="69" name="Picture 68">
            <a:extLst>
              <a:ext uri="{FF2B5EF4-FFF2-40B4-BE49-F238E27FC236}">
                <a16:creationId xmlns:a16="http://schemas.microsoft.com/office/drawing/2014/main" id="{A4B1F608-EDE1-9C82-65DF-DCD4B73C5F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38" t="6542" r="31911" b="10234"/>
          <a:stretch>
            <a:fillRect/>
          </a:stretch>
        </p:blipFill>
        <p:spPr>
          <a:xfrm rot="7200760">
            <a:off x="1164842" y="1586777"/>
            <a:ext cx="354848" cy="462687"/>
          </a:xfrm>
          <a:prstGeom prst="rect">
            <a:avLst/>
          </a:prstGeom>
        </p:spPr>
      </p:pic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7ACFFBD5-5C56-83D7-2EA9-50423D3B35C0}"/>
              </a:ext>
            </a:extLst>
          </p:cNvPr>
          <p:cNvSpPr/>
          <p:nvPr/>
        </p:nvSpPr>
        <p:spPr>
          <a:xfrm rot="10145880" flipV="1">
            <a:off x="1726949" y="1861884"/>
            <a:ext cx="1038348" cy="76200"/>
          </a:xfrm>
          <a:custGeom>
            <a:avLst/>
            <a:gdLst>
              <a:gd name="connsiteX0" fmla="*/ 0 w 4991100"/>
              <a:gd name="connsiteY0" fmla="*/ 914404 h 914418"/>
              <a:gd name="connsiteX1" fmla="*/ 901700 w 4991100"/>
              <a:gd name="connsiteY1" fmla="*/ 25404 h 914418"/>
              <a:gd name="connsiteX2" fmla="*/ 1816100 w 4991100"/>
              <a:gd name="connsiteY2" fmla="*/ 914404 h 914418"/>
              <a:gd name="connsiteX3" fmla="*/ 2717800 w 4991100"/>
              <a:gd name="connsiteY3" fmla="*/ 4 h 914418"/>
              <a:gd name="connsiteX4" fmla="*/ 3644900 w 4991100"/>
              <a:gd name="connsiteY4" fmla="*/ 901704 h 914418"/>
              <a:gd name="connsiteX5" fmla="*/ 4533900 w 4991100"/>
              <a:gd name="connsiteY5" fmla="*/ 457204 h 914418"/>
              <a:gd name="connsiteX6" fmla="*/ 4991100 w 4991100"/>
              <a:gd name="connsiteY6" fmla="*/ 355604 h 91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1100" h="914418">
                <a:moveTo>
                  <a:pt x="0" y="914404"/>
                </a:moveTo>
                <a:cubicBezTo>
                  <a:pt x="299508" y="469904"/>
                  <a:pt x="599017" y="25404"/>
                  <a:pt x="901700" y="25404"/>
                </a:cubicBezTo>
                <a:cubicBezTo>
                  <a:pt x="1204383" y="25404"/>
                  <a:pt x="1513417" y="918637"/>
                  <a:pt x="1816100" y="914404"/>
                </a:cubicBezTo>
                <a:cubicBezTo>
                  <a:pt x="2118783" y="910171"/>
                  <a:pt x="2413000" y="2121"/>
                  <a:pt x="2717800" y="4"/>
                </a:cubicBezTo>
                <a:cubicBezTo>
                  <a:pt x="3022600" y="-2113"/>
                  <a:pt x="3342217" y="825504"/>
                  <a:pt x="3644900" y="901704"/>
                </a:cubicBezTo>
                <a:cubicBezTo>
                  <a:pt x="3947583" y="977904"/>
                  <a:pt x="4309533" y="548221"/>
                  <a:pt x="4533900" y="457204"/>
                </a:cubicBezTo>
                <a:cubicBezTo>
                  <a:pt x="4758267" y="366187"/>
                  <a:pt x="4874683" y="360895"/>
                  <a:pt x="4991100" y="355604"/>
                </a:cubicBezTo>
              </a:path>
            </a:pathLst>
          </a:custGeom>
          <a:ln w="31750">
            <a:solidFill>
              <a:schemeClr val="tx2">
                <a:lumMod val="50000"/>
                <a:lumOff val="50000"/>
              </a:schemeClr>
            </a:solidFill>
            <a:tailEnd type="triangle" w="lg" len="lg"/>
          </a:ln>
          <a:effectLst>
            <a:glow rad="457200">
              <a:schemeClr val="tx2">
                <a:lumMod val="10000"/>
                <a:lumOff val="90000"/>
                <a:alpha val="40000"/>
              </a:scheme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200" noProof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46C2554-00C3-0469-F15E-CF14BBBDE201}"/>
                  </a:ext>
                </a:extLst>
              </p:cNvPr>
              <p:cNvSpPr txBox="1"/>
              <p:nvPr/>
            </p:nvSpPr>
            <p:spPr>
              <a:xfrm>
                <a:off x="201311" y="4285186"/>
                <a:ext cx="6887398" cy="985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de-DE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de-DE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de-DE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DE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de-DE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de-DE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  <m:sub>
                                      <m:r>
                                        <a:rPr lang="de-DE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𝒙𝒑</m:t>
                                      </m:r>
                                    </m:sub>
                                  </m:s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f>
                                    <m:f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)+</m:t>
                                  </m:r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de-DE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  <m:sub>
                                      <m:r>
                                        <a:rPr lang="de-DE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  <m:r>
                                        <a:rPr lang="de-DE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sub>
                                  </m:s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f>
                                    <m:f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num>
                                    <m:den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  <m:sup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  <m:sup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sup>
                          </m:sSup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46C2554-00C3-0469-F15E-CF14BBBDE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11" y="4285186"/>
                <a:ext cx="6887398" cy="9855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2E761CE-804E-88D6-7543-A46233CA9804}"/>
              </a:ext>
            </a:extLst>
          </p:cNvPr>
          <p:cNvCxnSpPr>
            <a:cxnSpLocks/>
          </p:cNvCxnSpPr>
          <p:nvPr/>
        </p:nvCxnSpPr>
        <p:spPr>
          <a:xfrm flipV="1">
            <a:off x="871584" y="2074887"/>
            <a:ext cx="0" cy="468855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41ED8F4-58F2-5673-146B-1A518BEBD3BF}"/>
                  </a:ext>
                </a:extLst>
              </p:cNvPr>
              <p:cNvSpPr txBox="1"/>
              <p:nvPr/>
            </p:nvSpPr>
            <p:spPr>
              <a:xfrm>
                <a:off x="1206751" y="2304060"/>
                <a:ext cx="2871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41ED8F4-58F2-5673-146B-1A518BEBD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751" y="2304060"/>
                <a:ext cx="287130" cy="276999"/>
              </a:xfrm>
              <a:prstGeom prst="rect">
                <a:avLst/>
              </a:prstGeom>
              <a:blipFill>
                <a:blip r:embed="rId4"/>
                <a:stretch>
                  <a:fillRect l="-12766" r="-2128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52CD416-5094-B30E-9B68-D6B68607C6D8}"/>
                  </a:ext>
                </a:extLst>
              </p:cNvPr>
              <p:cNvSpPr txBox="1"/>
              <p:nvPr/>
            </p:nvSpPr>
            <p:spPr>
              <a:xfrm>
                <a:off x="526387" y="1899984"/>
                <a:ext cx="2755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52CD416-5094-B30E-9B68-D6B68607C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87" y="1899984"/>
                <a:ext cx="275525" cy="276999"/>
              </a:xfrm>
              <a:prstGeom prst="rect">
                <a:avLst/>
              </a:prstGeom>
              <a:blipFill>
                <a:blip r:embed="rId5"/>
                <a:stretch>
                  <a:fillRect l="-2173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6D59579-ADB0-7834-1B30-22D3D5B538D5}"/>
              </a:ext>
            </a:extLst>
          </p:cNvPr>
          <p:cNvCxnSpPr>
            <a:cxnSpLocks/>
          </p:cNvCxnSpPr>
          <p:nvPr/>
        </p:nvCxnSpPr>
        <p:spPr>
          <a:xfrm flipV="1">
            <a:off x="2667403" y="2683122"/>
            <a:ext cx="421582" cy="271991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CE16C83-D9A0-43CC-5D8F-FF01DF594601}"/>
              </a:ext>
            </a:extLst>
          </p:cNvPr>
          <p:cNvCxnSpPr>
            <a:cxnSpLocks/>
          </p:cNvCxnSpPr>
          <p:nvPr/>
        </p:nvCxnSpPr>
        <p:spPr>
          <a:xfrm flipV="1">
            <a:off x="2670800" y="2486258"/>
            <a:ext cx="0" cy="468855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149A058-25D8-6872-47C8-35FB75C05B95}"/>
                  </a:ext>
                </a:extLst>
              </p:cNvPr>
              <p:cNvSpPr txBox="1"/>
              <p:nvPr/>
            </p:nvSpPr>
            <p:spPr>
              <a:xfrm>
                <a:off x="3005967" y="2715431"/>
                <a:ext cx="3372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149A058-25D8-6872-47C8-35FB75C05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5967" y="2715431"/>
                <a:ext cx="337207" cy="276999"/>
              </a:xfrm>
              <a:prstGeom prst="rect">
                <a:avLst/>
              </a:prstGeom>
              <a:blipFill>
                <a:blip r:embed="rId6"/>
                <a:stretch>
                  <a:fillRect l="-10909" r="-1818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A84D0D9-8622-5F8B-BD52-57A5B4EEC061}"/>
                  </a:ext>
                </a:extLst>
              </p:cNvPr>
              <p:cNvSpPr txBox="1"/>
              <p:nvPr/>
            </p:nvSpPr>
            <p:spPr>
              <a:xfrm>
                <a:off x="2325603" y="2311355"/>
                <a:ext cx="3256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A84D0D9-8622-5F8B-BD52-57A5B4EEC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5603" y="2311355"/>
                <a:ext cx="325602" cy="276999"/>
              </a:xfrm>
              <a:prstGeom prst="rect">
                <a:avLst/>
              </a:prstGeom>
              <a:blipFill>
                <a:blip r:embed="rId7"/>
                <a:stretch>
                  <a:fillRect l="-18519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7D7D2A56-E3F4-BBEB-25C3-A027C0E34D11}"/>
              </a:ext>
            </a:extLst>
          </p:cNvPr>
          <p:cNvGrpSpPr>
            <a:grpSpLocks noChangeAspect="1"/>
          </p:cNvGrpSpPr>
          <p:nvPr/>
        </p:nvGrpSpPr>
        <p:grpSpPr>
          <a:xfrm>
            <a:off x="5743016" y="3244829"/>
            <a:ext cx="629767" cy="630921"/>
            <a:chOff x="3837320" y="2577311"/>
            <a:chExt cx="1214148" cy="1216373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9D18A044-80A8-0FA5-E743-68F63E4A44DD}"/>
                </a:ext>
              </a:extLst>
            </p:cNvPr>
            <p:cNvSpPr/>
            <p:nvPr/>
          </p:nvSpPr>
          <p:spPr>
            <a:xfrm>
              <a:off x="3837320" y="3466506"/>
              <a:ext cx="1214148" cy="327178"/>
            </a:xfrm>
            <a:prstGeom prst="ellipse">
              <a:avLst/>
            </a:prstGeom>
            <a:solidFill>
              <a:srgbClr val="FFE6CB"/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8E1BE86-2C67-9056-B36C-7B3AE52DF4D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53780" y="2949988"/>
              <a:ext cx="804417" cy="713070"/>
              <a:chOff x="1758028" y="3687481"/>
              <a:chExt cx="1312148" cy="1163145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99FB1C87-CAD6-3262-ED66-3FCCC7E76C25}"/>
                  </a:ext>
                </a:extLst>
              </p:cNvPr>
              <p:cNvGrpSpPr/>
              <p:nvPr/>
            </p:nvGrpSpPr>
            <p:grpSpPr>
              <a:xfrm>
                <a:off x="2615571" y="4393426"/>
                <a:ext cx="454605" cy="457200"/>
                <a:chOff x="2615571" y="4393426"/>
                <a:chExt cx="454605" cy="457200"/>
              </a:xfrm>
            </p:grpSpPr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B7CA6B04-2696-5F7E-EC47-12EED4B5E65E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5D92F111-7270-E16B-52CA-3A8A1313E5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066182FE-5ADC-DD2F-AB2B-5CDAC6BD0B3F}"/>
                  </a:ext>
                </a:extLst>
              </p:cNvPr>
              <p:cNvGrpSpPr/>
              <p:nvPr/>
            </p:nvGrpSpPr>
            <p:grpSpPr>
              <a:xfrm>
                <a:off x="1758028" y="4383486"/>
                <a:ext cx="454605" cy="457200"/>
                <a:chOff x="2615571" y="4393426"/>
                <a:chExt cx="454605" cy="457200"/>
              </a:xfrm>
            </p:grpSpPr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116AEEBB-2BB3-5A5A-12B1-1B8D16DD6DCD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033709E1-AB2D-0FB0-F869-509894E9EB1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</p:grp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8BA02EF9-B5A9-7C3E-E0A2-3DC6BF00D2A9}"/>
                  </a:ext>
                </a:extLst>
              </p:cNvPr>
              <p:cNvCxnSpPr>
                <a:stCxn id="116" idx="6"/>
                <a:endCxn id="118" idx="2"/>
              </p:cNvCxnSpPr>
              <p:nvPr/>
            </p:nvCxnSpPr>
            <p:spPr>
              <a:xfrm>
                <a:off x="2212633" y="4612086"/>
                <a:ext cx="402938" cy="994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B19AEEC9-40A8-115D-25B8-339F66C2CAA7}"/>
                  </a:ext>
                </a:extLst>
              </p:cNvPr>
              <p:cNvCxnSpPr>
                <a:cxnSpLocks/>
                <a:stCxn id="116" idx="0"/>
              </p:cNvCxnSpPr>
              <p:nvPr/>
            </p:nvCxnSpPr>
            <p:spPr>
              <a:xfrm flipV="1">
                <a:off x="1985331" y="4223565"/>
                <a:ext cx="0" cy="159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598CFB4F-66D3-4C4B-91FB-8F5624B6DF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83863" y="4120488"/>
                <a:ext cx="118781" cy="11260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BB470B8B-8DF1-E585-34BD-B087BDB998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02644" y="4120488"/>
                <a:ext cx="74314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49420649-83BA-6EB7-B629-DF145283649C}"/>
                  </a:ext>
                </a:extLst>
              </p:cNvPr>
              <p:cNvCxnSpPr>
                <a:cxnSpLocks/>
                <a:stCxn id="118" idx="0"/>
              </p:cNvCxnSpPr>
              <p:nvPr/>
            </p:nvCxnSpPr>
            <p:spPr>
              <a:xfrm flipV="1">
                <a:off x="2842874" y="4120488"/>
                <a:ext cx="5839" cy="27293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442CB69A-00D5-FDA6-E434-54313C63073E}"/>
                  </a:ext>
                </a:extLst>
              </p:cNvPr>
              <p:cNvCxnSpPr/>
              <p:nvPr/>
            </p:nvCxnSpPr>
            <p:spPr>
              <a:xfrm>
                <a:off x="1981482" y="4303525"/>
                <a:ext cx="34579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1B3B6EAC-9488-E5E3-BCC4-0F2424B2BC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3356" y="4120488"/>
                <a:ext cx="214398" cy="18303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5DC7F559-1169-7A6F-21EC-4FD04FC504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6967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3905389F-D105-BD34-5BCF-9CD17DB9ED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15571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349F619B-63B2-80E5-FCCE-7A8871BACE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94458" y="3687481"/>
                <a:ext cx="200126" cy="201267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CF6EF960-9717-4AEC-4A35-33AD627654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4531" y="3732390"/>
                <a:ext cx="131835" cy="132589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524DA1A7-EA6D-03B0-1550-53BC1827BC6B}"/>
                  </a:ext>
                </a:extLst>
              </p:cNvPr>
              <p:cNvCxnSpPr>
                <a:stCxn id="108" idx="4"/>
                <a:endCxn id="109" idx="4"/>
              </p:cNvCxnSpPr>
              <p:nvPr/>
            </p:nvCxnSpPr>
            <p:spPr>
              <a:xfrm flipH="1" flipV="1">
                <a:off x="2140449" y="3864979"/>
                <a:ext cx="454072" cy="2376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EE849F87-F04B-E28E-FC84-6DCED7791F0D}"/>
                  </a:ext>
                </a:extLst>
              </p:cNvPr>
              <p:cNvCxnSpPr>
                <a:cxnSpLocks/>
                <a:stCxn id="108" idx="0"/>
                <a:endCxn id="109" idx="0"/>
              </p:cNvCxnSpPr>
              <p:nvPr/>
            </p:nvCxnSpPr>
            <p:spPr>
              <a:xfrm flipH="1">
                <a:off x="2140450" y="3687481"/>
                <a:ext cx="454071" cy="4491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C6E5A857-CE6A-9F4E-B11B-E0C595AE5DE6}"/>
                  </a:ext>
                </a:extLst>
              </p:cNvPr>
              <p:cNvCxnSpPr>
                <a:stCxn id="109" idx="2"/>
              </p:cNvCxnSpPr>
              <p:nvPr/>
            </p:nvCxnSpPr>
            <p:spPr>
              <a:xfrm flipH="1" flipV="1">
                <a:off x="1981482" y="3798684"/>
                <a:ext cx="93049" cy="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05AC1B38-8C90-739E-D8C6-FFC6C445FA69}"/>
                  </a:ext>
                </a:extLst>
              </p:cNvPr>
              <p:cNvCxnSpPr/>
              <p:nvPr/>
            </p:nvCxnSpPr>
            <p:spPr>
              <a:xfrm flipV="1">
                <a:off x="1981482" y="3709935"/>
                <a:ext cx="0" cy="16475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470143C7-D0E9-DDAD-FBAC-002C2705AE80}"/>
                  </a:ext>
                </a:extLst>
              </p:cNvPr>
              <p:cNvCxnSpPr/>
              <p:nvPr/>
            </p:nvCxnSpPr>
            <p:spPr>
              <a:xfrm flipH="1">
                <a:off x="1840706" y="3709935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CA313489-F4E4-7F6E-C287-CCCC8BB045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45353" y="3838066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6" name="Graphic 95" descr="Wireless with solid fill">
              <a:extLst>
                <a:ext uri="{FF2B5EF4-FFF2-40B4-BE49-F238E27FC236}">
                  <a16:creationId xmlns:a16="http://schemas.microsoft.com/office/drawing/2014/main" id="{2CAC5DD5-3BBC-4944-92FF-6AA0E99E46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20955696">
              <a:off x="4232021" y="2577311"/>
              <a:ext cx="322586" cy="297515"/>
            </a:xfrm>
            <a:prstGeom prst="rect">
              <a:avLst/>
            </a:prstGeom>
          </p:spPr>
        </p:pic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09BF84BD-4A79-495B-469B-EB306FDFF36F}"/>
              </a:ext>
            </a:extLst>
          </p:cNvPr>
          <p:cNvSpPr txBox="1"/>
          <p:nvPr/>
        </p:nvSpPr>
        <p:spPr>
          <a:xfrm>
            <a:off x="7252873" y="456136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(1)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2EDD511F-8671-458E-65AD-1245B7EAC85F}"/>
                  </a:ext>
                </a:extLst>
              </p:cNvPr>
              <p:cNvSpPr txBox="1"/>
              <p:nvPr/>
            </p:nvSpPr>
            <p:spPr>
              <a:xfrm>
                <a:off x="402807" y="5408606"/>
                <a:ext cx="2393355" cy="394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𝑥𝑝</m:t>
                          </m:r>
                        </m:sub>
                      </m:sSub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2EDD511F-8671-458E-65AD-1245B7EAC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807" y="5408606"/>
                <a:ext cx="2393355" cy="394019"/>
              </a:xfrm>
              <a:prstGeom prst="rect">
                <a:avLst/>
              </a:prstGeom>
              <a:blipFill>
                <a:blip r:embed="rId9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DD430990-8BB4-B6B3-2667-52329C15DDD4}"/>
                  </a:ext>
                </a:extLst>
              </p:cNvPr>
              <p:cNvSpPr txBox="1"/>
              <p:nvPr/>
            </p:nvSpPr>
            <p:spPr>
              <a:xfrm>
                <a:off x="411763" y="5895265"/>
                <a:ext cx="2228404" cy="394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𝑦𝑝</m:t>
                          </m:r>
                        </m:sub>
                      </m:sSub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DD430990-8BB4-B6B3-2667-52329C15D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63" y="5895265"/>
                <a:ext cx="2228404" cy="394019"/>
              </a:xfrm>
              <a:prstGeom prst="rect">
                <a:avLst/>
              </a:prstGeom>
              <a:blipFill>
                <a:blip r:embed="rId10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TextBox 125">
            <a:extLst>
              <a:ext uri="{FF2B5EF4-FFF2-40B4-BE49-F238E27FC236}">
                <a16:creationId xmlns:a16="http://schemas.microsoft.com/office/drawing/2014/main" id="{15439BCA-6C4B-0A33-A5C0-4DBE1CEEE07F}"/>
              </a:ext>
            </a:extLst>
          </p:cNvPr>
          <p:cNvSpPr txBox="1"/>
          <p:nvPr/>
        </p:nvSpPr>
        <p:spPr>
          <a:xfrm>
            <a:off x="2803234" y="541770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(2)</a:t>
            </a:r>
            <a:endParaRPr 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6AE8C9F-FC94-3CB0-A331-4E0CEE6E5E01}"/>
              </a:ext>
            </a:extLst>
          </p:cNvPr>
          <p:cNvSpPr txBox="1"/>
          <p:nvPr/>
        </p:nvSpPr>
        <p:spPr>
          <a:xfrm>
            <a:off x="2774643" y="589526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(3)</a:t>
            </a:r>
            <a:endParaRPr lang="en-US" dirty="0"/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AAB807FF-EC0B-340D-1F6D-B315295463A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758"/>
          <a:stretch>
            <a:fillRect/>
          </a:stretch>
        </p:blipFill>
        <p:spPr>
          <a:xfrm>
            <a:off x="8504299" y="96752"/>
            <a:ext cx="2858031" cy="59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25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C629C-2DD5-A661-E13A-16231F0B6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DF288B8-2B0E-4C92-4896-4BB0986021A0}"/>
              </a:ext>
            </a:extLst>
          </p:cNvPr>
          <p:cNvSpPr txBox="1"/>
          <p:nvPr/>
        </p:nvSpPr>
        <p:spPr>
          <a:xfrm>
            <a:off x="1" y="6427113"/>
            <a:ext cx="10944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noProof="0" dirty="0"/>
              <a:t>[1] W. Li, N. Wang, and J. Qi, “Direct Angle of Arrival (AOA) </a:t>
            </a:r>
            <a:r>
              <a:rPr lang="en-GB" sz="1100" noProof="0" dirty="0" err="1"/>
              <a:t>EstimationUsing</a:t>
            </a:r>
            <a:r>
              <a:rPr lang="en-GB" sz="1100" noProof="0" dirty="0"/>
              <a:t> a </a:t>
            </a:r>
            <a:r>
              <a:rPr lang="en-GB" sz="1100" noProof="0" dirty="0" err="1"/>
              <a:t>Metasurface</a:t>
            </a:r>
            <a:r>
              <a:rPr lang="en-GB" sz="1100" noProof="0" dirty="0"/>
              <a:t> Antenna With Single Frequency </a:t>
            </a:r>
            <a:r>
              <a:rPr lang="en-GB" sz="1100" noProof="0" dirty="0" err="1"/>
              <a:t>PhaselessMeasurements</a:t>
            </a:r>
            <a:r>
              <a:rPr lang="en-GB" sz="1100" noProof="0" dirty="0"/>
              <a:t> Obeyed Schwarz Inequality,” IEEE Transactions </a:t>
            </a:r>
            <a:r>
              <a:rPr lang="en-GB" sz="1100" noProof="0" dirty="0" err="1"/>
              <a:t>onMicrowave</a:t>
            </a:r>
            <a:r>
              <a:rPr lang="en-GB" sz="1100" noProof="0" dirty="0"/>
              <a:t> Theory and Techniques, vol. 72, no. 4, pp. 2677–2685, Apr.2024.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D2A06-E1D5-DEAD-92F6-79ECBFD265AB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93933-871D-43A0-B4A5-0050B42A6D23}" type="slidenum">
              <a:rPr lang="en-GB" noProof="0" smtClean="0"/>
              <a:t>10</a:t>
            </a:fld>
            <a:endParaRPr lang="en-GB" noProof="0" dirty="0"/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FA8E852B-011D-3004-6CBC-89725CF08B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58"/>
          <a:stretch>
            <a:fillRect/>
          </a:stretch>
        </p:blipFill>
        <p:spPr>
          <a:xfrm>
            <a:off x="8504299" y="96752"/>
            <a:ext cx="2858031" cy="59634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B39351-8AED-84B5-D7BF-4F4001436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34" y="1776306"/>
            <a:ext cx="6466164" cy="33053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C8A081-DB14-FDE8-C08D-D45AFE0C8E43}"/>
                  </a:ext>
                </a:extLst>
              </p:cNvPr>
              <p:cNvSpPr txBox="1"/>
              <p:nvPr/>
            </p:nvSpPr>
            <p:spPr>
              <a:xfrm>
                <a:off x="2790825" y="1038869"/>
                <a:ext cx="10118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C8A081-DB14-FDE8-C08D-D45AFE0C8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825" y="1038869"/>
                <a:ext cx="101181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4679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oup 186">
            <a:extLst>
              <a:ext uri="{FF2B5EF4-FFF2-40B4-BE49-F238E27FC236}">
                <a16:creationId xmlns:a16="http://schemas.microsoft.com/office/drawing/2014/main" id="{D8D579ED-8CFA-AFF9-B71B-FAE45670F672}"/>
              </a:ext>
            </a:extLst>
          </p:cNvPr>
          <p:cNvGrpSpPr/>
          <p:nvPr/>
        </p:nvGrpSpPr>
        <p:grpSpPr>
          <a:xfrm>
            <a:off x="1525965" y="486488"/>
            <a:ext cx="1346920" cy="1872727"/>
            <a:chOff x="2507530" y="1530349"/>
            <a:chExt cx="1346920" cy="1872727"/>
          </a:xfrm>
        </p:grpSpPr>
        <p:sp>
          <p:nvSpPr>
            <p:cNvPr id="188" name="Parallelogram 187">
              <a:extLst>
                <a:ext uri="{FF2B5EF4-FFF2-40B4-BE49-F238E27FC236}">
                  <a16:creationId xmlns:a16="http://schemas.microsoft.com/office/drawing/2014/main" id="{19DFEC34-A6D6-901D-DF20-145F39F9EB93}"/>
                </a:ext>
              </a:extLst>
            </p:cNvPr>
            <p:cNvSpPr/>
            <p:nvPr/>
          </p:nvSpPr>
          <p:spPr>
            <a:xfrm rot="16200000" flipV="1">
              <a:off x="2244626" y="1793253"/>
              <a:ext cx="1872727" cy="1346920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10000"/>
                <a:lumOff val="9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9" name="Parallelogram 188">
              <a:extLst>
                <a:ext uri="{FF2B5EF4-FFF2-40B4-BE49-F238E27FC236}">
                  <a16:creationId xmlns:a16="http://schemas.microsoft.com/office/drawing/2014/main" id="{ADF6F841-44BC-4E24-B44E-15008A5B115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7637" y="31110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90" name="Parallelogram 189">
              <a:extLst>
                <a:ext uri="{FF2B5EF4-FFF2-40B4-BE49-F238E27FC236}">
                  <a16:creationId xmlns:a16="http://schemas.microsoft.com/office/drawing/2014/main" id="{F6A620B1-67F4-076E-F25E-8E2090A2E94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0564" y="297952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91" name="Parallelogram 190">
              <a:extLst>
                <a:ext uri="{FF2B5EF4-FFF2-40B4-BE49-F238E27FC236}">
                  <a16:creationId xmlns:a16="http://schemas.microsoft.com/office/drawing/2014/main" id="{F8BF5633-D6E4-1826-A3DB-8F96AB203C24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2060" y="28538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92" name="Parallelogram 191">
              <a:extLst>
                <a:ext uri="{FF2B5EF4-FFF2-40B4-BE49-F238E27FC236}">
                  <a16:creationId xmlns:a16="http://schemas.microsoft.com/office/drawing/2014/main" id="{DF2AC6BA-4892-4302-27B9-5D8A7C699AA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4987" y="272235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93" name="Parallelogram 192">
              <a:extLst>
                <a:ext uri="{FF2B5EF4-FFF2-40B4-BE49-F238E27FC236}">
                  <a16:creationId xmlns:a16="http://schemas.microsoft.com/office/drawing/2014/main" id="{BF5431CD-F0F7-41AC-6E0E-7C05F40FBE7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7913" y="259191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94" name="Parallelogram 193">
              <a:extLst>
                <a:ext uri="{FF2B5EF4-FFF2-40B4-BE49-F238E27FC236}">
                  <a16:creationId xmlns:a16="http://schemas.microsoft.com/office/drawing/2014/main" id="{1514122A-19E1-D25B-CE10-27DBD2D12D74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0840" y="2460414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95" name="Parallelogram 194">
              <a:extLst>
                <a:ext uri="{FF2B5EF4-FFF2-40B4-BE49-F238E27FC236}">
                  <a16:creationId xmlns:a16="http://schemas.microsoft.com/office/drawing/2014/main" id="{6246B5D9-9B28-9960-7DB6-E539E5B0E1D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28682" y="286945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96" name="Parallelogram 195">
              <a:extLst>
                <a:ext uri="{FF2B5EF4-FFF2-40B4-BE49-F238E27FC236}">
                  <a16:creationId xmlns:a16="http://schemas.microsoft.com/office/drawing/2014/main" id="{F6336FDD-E3F7-3E9B-5969-288F42A73B6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1609" y="27379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97" name="Parallelogram 196">
              <a:extLst>
                <a:ext uri="{FF2B5EF4-FFF2-40B4-BE49-F238E27FC236}">
                  <a16:creationId xmlns:a16="http://schemas.microsoft.com/office/drawing/2014/main" id="{CD6CAC80-5C8A-2EE3-2A3C-F2E9188DE568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3105" y="26122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98" name="Parallelogram 197">
              <a:extLst>
                <a:ext uri="{FF2B5EF4-FFF2-40B4-BE49-F238E27FC236}">
                  <a16:creationId xmlns:a16="http://schemas.microsoft.com/office/drawing/2014/main" id="{3FB54247-3869-DA0D-6E3E-301549CDBECB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6032" y="248077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99" name="Parallelogram 198">
              <a:extLst>
                <a:ext uri="{FF2B5EF4-FFF2-40B4-BE49-F238E27FC236}">
                  <a16:creationId xmlns:a16="http://schemas.microsoft.com/office/drawing/2014/main" id="{ABFAB658-96C2-C6EB-F94C-01F1F9393FF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398958" y="235034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00" name="Parallelogram 199">
              <a:extLst>
                <a:ext uri="{FF2B5EF4-FFF2-40B4-BE49-F238E27FC236}">
                  <a16:creationId xmlns:a16="http://schemas.microsoft.com/office/drawing/2014/main" id="{3B27E7AC-679D-860D-B8CC-8A4C0F71041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1885" y="221884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01" name="Parallelogram 200">
              <a:extLst>
                <a:ext uri="{FF2B5EF4-FFF2-40B4-BE49-F238E27FC236}">
                  <a16:creationId xmlns:a16="http://schemas.microsoft.com/office/drawing/2014/main" id="{B15A2987-E656-B12E-EF8E-D749FF313F2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41381" y="26151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02" name="Parallelogram 201">
              <a:extLst>
                <a:ext uri="{FF2B5EF4-FFF2-40B4-BE49-F238E27FC236}">
                  <a16:creationId xmlns:a16="http://schemas.microsoft.com/office/drawing/2014/main" id="{FF357BF8-831F-27EE-454A-C4206F1E88C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4308" y="248360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03" name="Parallelogram 202">
              <a:extLst>
                <a:ext uri="{FF2B5EF4-FFF2-40B4-BE49-F238E27FC236}">
                  <a16:creationId xmlns:a16="http://schemas.microsoft.com/office/drawing/2014/main" id="{9C124206-B8A8-A8D5-F8B7-7379B65C2DD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5804" y="235793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04" name="Parallelogram 203">
              <a:extLst>
                <a:ext uri="{FF2B5EF4-FFF2-40B4-BE49-F238E27FC236}">
                  <a16:creationId xmlns:a16="http://schemas.microsoft.com/office/drawing/2014/main" id="{6D120208-F25A-A865-5E6A-AD0B11E11B1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8731" y="22264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05" name="Parallelogram 204">
              <a:extLst>
                <a:ext uri="{FF2B5EF4-FFF2-40B4-BE49-F238E27FC236}">
                  <a16:creationId xmlns:a16="http://schemas.microsoft.com/office/drawing/2014/main" id="{23ACDB99-5A30-FEF2-6ECC-4E4422FF5FE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11657" y="209599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06" name="Parallelogram 205">
              <a:extLst>
                <a:ext uri="{FF2B5EF4-FFF2-40B4-BE49-F238E27FC236}">
                  <a16:creationId xmlns:a16="http://schemas.microsoft.com/office/drawing/2014/main" id="{6852C03A-AADA-D07A-B46F-087F1CD4DC2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4584" y="196449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07" name="Parallelogram 206">
              <a:extLst>
                <a:ext uri="{FF2B5EF4-FFF2-40B4-BE49-F238E27FC236}">
                  <a16:creationId xmlns:a16="http://schemas.microsoft.com/office/drawing/2014/main" id="{B5B2E37B-35DF-FEB6-D36C-E838B0254B64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2426" y="2367182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08" name="Parallelogram 207">
              <a:extLst>
                <a:ext uri="{FF2B5EF4-FFF2-40B4-BE49-F238E27FC236}">
                  <a16:creationId xmlns:a16="http://schemas.microsoft.com/office/drawing/2014/main" id="{7868D748-3B1C-9395-8F36-07CB784EB57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5353" y="22356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09" name="Parallelogram 208">
              <a:extLst>
                <a:ext uri="{FF2B5EF4-FFF2-40B4-BE49-F238E27FC236}">
                  <a16:creationId xmlns:a16="http://schemas.microsoft.com/office/drawing/2014/main" id="{75E5DCA8-AA39-1545-04CD-C478966C55F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6849" y="2110007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10" name="Parallelogram 209">
              <a:extLst>
                <a:ext uri="{FF2B5EF4-FFF2-40B4-BE49-F238E27FC236}">
                  <a16:creationId xmlns:a16="http://schemas.microsoft.com/office/drawing/2014/main" id="{1E28A7A9-FC9D-B051-4510-FC7C768B768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9776" y="19785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11" name="Parallelogram 210">
              <a:extLst>
                <a:ext uri="{FF2B5EF4-FFF2-40B4-BE49-F238E27FC236}">
                  <a16:creationId xmlns:a16="http://schemas.microsoft.com/office/drawing/2014/main" id="{50DD1E7B-E400-E250-D8A3-073807042C31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2702" y="184807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12" name="Parallelogram 211">
              <a:extLst>
                <a:ext uri="{FF2B5EF4-FFF2-40B4-BE49-F238E27FC236}">
                  <a16:creationId xmlns:a16="http://schemas.microsoft.com/office/drawing/2014/main" id="{D900F42E-1F8D-5911-D9D3-EFA1B7A701B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5629" y="171656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6D124413-C9EB-A5FF-2A23-4894BAA23548}"/>
              </a:ext>
            </a:extLst>
          </p:cNvPr>
          <p:cNvGrpSpPr/>
          <p:nvPr/>
        </p:nvGrpSpPr>
        <p:grpSpPr>
          <a:xfrm>
            <a:off x="1940915" y="563075"/>
            <a:ext cx="1346920" cy="1872727"/>
            <a:chOff x="2507530" y="1530349"/>
            <a:chExt cx="1346920" cy="1872727"/>
          </a:xfrm>
        </p:grpSpPr>
        <p:sp>
          <p:nvSpPr>
            <p:cNvPr id="162" name="Parallelogram 161">
              <a:extLst>
                <a:ext uri="{FF2B5EF4-FFF2-40B4-BE49-F238E27FC236}">
                  <a16:creationId xmlns:a16="http://schemas.microsoft.com/office/drawing/2014/main" id="{FC8A73DA-CF4D-7141-501B-B697FABDD69B}"/>
                </a:ext>
              </a:extLst>
            </p:cNvPr>
            <p:cNvSpPr/>
            <p:nvPr/>
          </p:nvSpPr>
          <p:spPr>
            <a:xfrm rot="16200000" flipV="1">
              <a:off x="2244626" y="1793253"/>
              <a:ext cx="1872727" cy="1346920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10000"/>
                <a:lumOff val="9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3" name="Parallelogram 162">
              <a:extLst>
                <a:ext uri="{FF2B5EF4-FFF2-40B4-BE49-F238E27FC236}">
                  <a16:creationId xmlns:a16="http://schemas.microsoft.com/office/drawing/2014/main" id="{F875C68A-A5CD-AD64-A8DC-CA016045A6B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7637" y="31110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4" name="Parallelogram 163">
              <a:extLst>
                <a:ext uri="{FF2B5EF4-FFF2-40B4-BE49-F238E27FC236}">
                  <a16:creationId xmlns:a16="http://schemas.microsoft.com/office/drawing/2014/main" id="{54A48883-78B0-6F58-CEBA-0967AB612F2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0564" y="297952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5" name="Parallelogram 164">
              <a:extLst>
                <a:ext uri="{FF2B5EF4-FFF2-40B4-BE49-F238E27FC236}">
                  <a16:creationId xmlns:a16="http://schemas.microsoft.com/office/drawing/2014/main" id="{2ABFD760-DCDD-DC2A-C477-D5F85B7E1B0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2060" y="28538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6" name="Parallelogram 165">
              <a:extLst>
                <a:ext uri="{FF2B5EF4-FFF2-40B4-BE49-F238E27FC236}">
                  <a16:creationId xmlns:a16="http://schemas.microsoft.com/office/drawing/2014/main" id="{1501002C-DCEE-DA82-135A-79FEA335C3E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4987" y="272235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7" name="Parallelogram 166">
              <a:extLst>
                <a:ext uri="{FF2B5EF4-FFF2-40B4-BE49-F238E27FC236}">
                  <a16:creationId xmlns:a16="http://schemas.microsoft.com/office/drawing/2014/main" id="{1F3050D5-0BBD-6D70-A5C9-4A96E7C05EA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7913" y="259191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8" name="Parallelogram 167">
              <a:extLst>
                <a:ext uri="{FF2B5EF4-FFF2-40B4-BE49-F238E27FC236}">
                  <a16:creationId xmlns:a16="http://schemas.microsoft.com/office/drawing/2014/main" id="{2F2A7C46-28A2-4A24-3C6C-86B217507729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0840" y="2460414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9" name="Parallelogram 168">
              <a:extLst>
                <a:ext uri="{FF2B5EF4-FFF2-40B4-BE49-F238E27FC236}">
                  <a16:creationId xmlns:a16="http://schemas.microsoft.com/office/drawing/2014/main" id="{39D1F50C-FF62-216C-AAFD-222E47B39CD6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28682" y="286945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0" name="Parallelogram 169">
              <a:extLst>
                <a:ext uri="{FF2B5EF4-FFF2-40B4-BE49-F238E27FC236}">
                  <a16:creationId xmlns:a16="http://schemas.microsoft.com/office/drawing/2014/main" id="{F78C8D13-E551-09A5-25BD-576A6B694BA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1609" y="27379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1" name="Parallelogram 170">
              <a:extLst>
                <a:ext uri="{FF2B5EF4-FFF2-40B4-BE49-F238E27FC236}">
                  <a16:creationId xmlns:a16="http://schemas.microsoft.com/office/drawing/2014/main" id="{15E37174-C86C-86BE-22B0-9EE8A6364B2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3105" y="26122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2" name="Parallelogram 171">
              <a:extLst>
                <a:ext uri="{FF2B5EF4-FFF2-40B4-BE49-F238E27FC236}">
                  <a16:creationId xmlns:a16="http://schemas.microsoft.com/office/drawing/2014/main" id="{F57C4CDC-1DDE-3CE0-9628-EA7B4456BDDB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6032" y="248077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3" name="Parallelogram 172">
              <a:extLst>
                <a:ext uri="{FF2B5EF4-FFF2-40B4-BE49-F238E27FC236}">
                  <a16:creationId xmlns:a16="http://schemas.microsoft.com/office/drawing/2014/main" id="{4CC70287-3919-4DBA-3B5B-B2F1B8C95F66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398958" y="235034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4" name="Parallelogram 173">
              <a:extLst>
                <a:ext uri="{FF2B5EF4-FFF2-40B4-BE49-F238E27FC236}">
                  <a16:creationId xmlns:a16="http://schemas.microsoft.com/office/drawing/2014/main" id="{8C0ED1D8-529F-9DFF-3FA3-AB722D05A484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1885" y="221884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5" name="Parallelogram 174">
              <a:extLst>
                <a:ext uri="{FF2B5EF4-FFF2-40B4-BE49-F238E27FC236}">
                  <a16:creationId xmlns:a16="http://schemas.microsoft.com/office/drawing/2014/main" id="{65AECE98-9924-51D6-716A-7B7A2770F138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41381" y="26151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6" name="Parallelogram 175">
              <a:extLst>
                <a:ext uri="{FF2B5EF4-FFF2-40B4-BE49-F238E27FC236}">
                  <a16:creationId xmlns:a16="http://schemas.microsoft.com/office/drawing/2014/main" id="{ABF60F68-56A5-C055-D5F6-271DA7FC801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4308" y="248360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7" name="Parallelogram 176">
              <a:extLst>
                <a:ext uri="{FF2B5EF4-FFF2-40B4-BE49-F238E27FC236}">
                  <a16:creationId xmlns:a16="http://schemas.microsoft.com/office/drawing/2014/main" id="{152997AB-897B-EF41-FEF8-CAB2763F8FD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5804" y="235793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8" name="Parallelogram 177">
              <a:extLst>
                <a:ext uri="{FF2B5EF4-FFF2-40B4-BE49-F238E27FC236}">
                  <a16:creationId xmlns:a16="http://schemas.microsoft.com/office/drawing/2014/main" id="{E37B9593-A7BB-9DC1-B071-DDCC8960EEC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8731" y="22264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9" name="Parallelogram 178">
              <a:extLst>
                <a:ext uri="{FF2B5EF4-FFF2-40B4-BE49-F238E27FC236}">
                  <a16:creationId xmlns:a16="http://schemas.microsoft.com/office/drawing/2014/main" id="{8EDD6671-81C4-7491-F66B-8B91C147B64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11657" y="209599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0" name="Parallelogram 179">
              <a:extLst>
                <a:ext uri="{FF2B5EF4-FFF2-40B4-BE49-F238E27FC236}">
                  <a16:creationId xmlns:a16="http://schemas.microsoft.com/office/drawing/2014/main" id="{C9364043-C868-1103-E769-552ABC2AEA91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4584" y="196449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1" name="Parallelogram 180">
              <a:extLst>
                <a:ext uri="{FF2B5EF4-FFF2-40B4-BE49-F238E27FC236}">
                  <a16:creationId xmlns:a16="http://schemas.microsoft.com/office/drawing/2014/main" id="{FF66CDAC-4221-69F9-4EEF-A1B829B49F3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2426" y="2367182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2" name="Parallelogram 181">
              <a:extLst>
                <a:ext uri="{FF2B5EF4-FFF2-40B4-BE49-F238E27FC236}">
                  <a16:creationId xmlns:a16="http://schemas.microsoft.com/office/drawing/2014/main" id="{F22B0B28-09D0-B9CF-7BB4-1BD5BA67965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5353" y="22356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3" name="Parallelogram 182">
              <a:extLst>
                <a:ext uri="{FF2B5EF4-FFF2-40B4-BE49-F238E27FC236}">
                  <a16:creationId xmlns:a16="http://schemas.microsoft.com/office/drawing/2014/main" id="{82CAEA68-63B2-20DA-AEAA-1ABEF46C220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6849" y="2110007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4" name="Parallelogram 183">
              <a:extLst>
                <a:ext uri="{FF2B5EF4-FFF2-40B4-BE49-F238E27FC236}">
                  <a16:creationId xmlns:a16="http://schemas.microsoft.com/office/drawing/2014/main" id="{28675222-78D0-91E0-18CD-B82EEA634116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9776" y="19785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5" name="Parallelogram 184">
              <a:extLst>
                <a:ext uri="{FF2B5EF4-FFF2-40B4-BE49-F238E27FC236}">
                  <a16:creationId xmlns:a16="http://schemas.microsoft.com/office/drawing/2014/main" id="{CD64799B-DD98-DCDC-37C3-F14D2B7A3CB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2702" y="184807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6" name="Parallelogram 185">
              <a:extLst>
                <a:ext uri="{FF2B5EF4-FFF2-40B4-BE49-F238E27FC236}">
                  <a16:creationId xmlns:a16="http://schemas.microsoft.com/office/drawing/2014/main" id="{B4C46630-4CE3-5550-4184-D62682E7EF8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5629" y="171656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ABAD4EA-03B0-D131-D54D-C6881E41021A}"/>
              </a:ext>
            </a:extLst>
          </p:cNvPr>
          <p:cNvGrpSpPr/>
          <p:nvPr/>
        </p:nvGrpSpPr>
        <p:grpSpPr>
          <a:xfrm>
            <a:off x="2320382" y="676163"/>
            <a:ext cx="1346920" cy="1872727"/>
            <a:chOff x="2507530" y="1530349"/>
            <a:chExt cx="1346920" cy="1872727"/>
          </a:xfrm>
        </p:grpSpPr>
        <p:sp>
          <p:nvSpPr>
            <p:cNvPr id="132" name="Parallelogram 131">
              <a:extLst>
                <a:ext uri="{FF2B5EF4-FFF2-40B4-BE49-F238E27FC236}">
                  <a16:creationId xmlns:a16="http://schemas.microsoft.com/office/drawing/2014/main" id="{B4478DBC-B015-658C-60BE-095DC1F305EA}"/>
                </a:ext>
              </a:extLst>
            </p:cNvPr>
            <p:cNvSpPr/>
            <p:nvPr/>
          </p:nvSpPr>
          <p:spPr>
            <a:xfrm rot="16200000" flipV="1">
              <a:off x="2244626" y="1793253"/>
              <a:ext cx="1872727" cy="1346920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10000"/>
                <a:lumOff val="9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3" name="Parallelogram 132">
              <a:extLst>
                <a:ext uri="{FF2B5EF4-FFF2-40B4-BE49-F238E27FC236}">
                  <a16:creationId xmlns:a16="http://schemas.microsoft.com/office/drawing/2014/main" id="{5D614ED9-F3E6-EA95-9972-912FE407FD2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7637" y="31110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4" name="Parallelogram 133">
              <a:extLst>
                <a:ext uri="{FF2B5EF4-FFF2-40B4-BE49-F238E27FC236}">
                  <a16:creationId xmlns:a16="http://schemas.microsoft.com/office/drawing/2014/main" id="{46CBE3FD-5B6E-51AC-F946-8152A4067F2B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0564" y="297952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5" name="Parallelogram 134">
              <a:extLst>
                <a:ext uri="{FF2B5EF4-FFF2-40B4-BE49-F238E27FC236}">
                  <a16:creationId xmlns:a16="http://schemas.microsoft.com/office/drawing/2014/main" id="{8F3561BF-293F-160F-CF17-6474050DB96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2060" y="28538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6" name="Parallelogram 135">
              <a:extLst>
                <a:ext uri="{FF2B5EF4-FFF2-40B4-BE49-F238E27FC236}">
                  <a16:creationId xmlns:a16="http://schemas.microsoft.com/office/drawing/2014/main" id="{011FED25-1D9F-DDF0-8334-838F177EA4B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4987" y="272235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7" name="Parallelogram 136">
              <a:extLst>
                <a:ext uri="{FF2B5EF4-FFF2-40B4-BE49-F238E27FC236}">
                  <a16:creationId xmlns:a16="http://schemas.microsoft.com/office/drawing/2014/main" id="{D01FF58B-52B6-BB52-6C3D-6A68B562CDB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7913" y="259191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8" name="Parallelogram 137">
              <a:extLst>
                <a:ext uri="{FF2B5EF4-FFF2-40B4-BE49-F238E27FC236}">
                  <a16:creationId xmlns:a16="http://schemas.microsoft.com/office/drawing/2014/main" id="{1E838F08-5D3B-8721-202B-C9B75D6FC781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0840" y="2460414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9" name="Parallelogram 138">
              <a:extLst>
                <a:ext uri="{FF2B5EF4-FFF2-40B4-BE49-F238E27FC236}">
                  <a16:creationId xmlns:a16="http://schemas.microsoft.com/office/drawing/2014/main" id="{A1786EFC-3408-3F12-05F0-8B01E00B34A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28682" y="286945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40" name="Parallelogram 139">
              <a:extLst>
                <a:ext uri="{FF2B5EF4-FFF2-40B4-BE49-F238E27FC236}">
                  <a16:creationId xmlns:a16="http://schemas.microsoft.com/office/drawing/2014/main" id="{2318C3BE-15D7-9AFC-2A53-6624E652749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1609" y="27379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41" name="Parallelogram 140">
              <a:extLst>
                <a:ext uri="{FF2B5EF4-FFF2-40B4-BE49-F238E27FC236}">
                  <a16:creationId xmlns:a16="http://schemas.microsoft.com/office/drawing/2014/main" id="{65B5E68A-C394-A249-C09E-35E100FA45D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3105" y="26122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42" name="Parallelogram 141">
              <a:extLst>
                <a:ext uri="{FF2B5EF4-FFF2-40B4-BE49-F238E27FC236}">
                  <a16:creationId xmlns:a16="http://schemas.microsoft.com/office/drawing/2014/main" id="{6DE8ED45-5AAA-3833-46C4-2F69CFB00E2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6032" y="248077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43" name="Parallelogram 142">
              <a:extLst>
                <a:ext uri="{FF2B5EF4-FFF2-40B4-BE49-F238E27FC236}">
                  <a16:creationId xmlns:a16="http://schemas.microsoft.com/office/drawing/2014/main" id="{780CF857-4935-2ABD-88C0-D3ECBF05C031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398958" y="235034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44" name="Parallelogram 143">
              <a:extLst>
                <a:ext uri="{FF2B5EF4-FFF2-40B4-BE49-F238E27FC236}">
                  <a16:creationId xmlns:a16="http://schemas.microsoft.com/office/drawing/2014/main" id="{522EEC52-F484-B70D-D07E-11E7457299A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1885" y="221884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45" name="Parallelogram 144">
              <a:extLst>
                <a:ext uri="{FF2B5EF4-FFF2-40B4-BE49-F238E27FC236}">
                  <a16:creationId xmlns:a16="http://schemas.microsoft.com/office/drawing/2014/main" id="{F3FA3ED8-3006-D7CD-A6FC-98259590FDC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41381" y="26151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47" name="Parallelogram 146">
              <a:extLst>
                <a:ext uri="{FF2B5EF4-FFF2-40B4-BE49-F238E27FC236}">
                  <a16:creationId xmlns:a16="http://schemas.microsoft.com/office/drawing/2014/main" id="{9FCCB7B4-9A35-FE6B-923A-E4A5088894C8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4308" y="248360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49" name="Parallelogram 148">
              <a:extLst>
                <a:ext uri="{FF2B5EF4-FFF2-40B4-BE49-F238E27FC236}">
                  <a16:creationId xmlns:a16="http://schemas.microsoft.com/office/drawing/2014/main" id="{C4E661B6-8F49-D252-65EE-FC48F40D6761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5804" y="235793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50" name="Parallelogram 149">
              <a:extLst>
                <a:ext uri="{FF2B5EF4-FFF2-40B4-BE49-F238E27FC236}">
                  <a16:creationId xmlns:a16="http://schemas.microsoft.com/office/drawing/2014/main" id="{36A79EC7-952A-02CA-4998-DE14F7F4AE6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8731" y="22264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51" name="Parallelogram 150">
              <a:extLst>
                <a:ext uri="{FF2B5EF4-FFF2-40B4-BE49-F238E27FC236}">
                  <a16:creationId xmlns:a16="http://schemas.microsoft.com/office/drawing/2014/main" id="{6D916E58-FD0D-49B5-50A9-DE20010342E4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11657" y="209599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52" name="Parallelogram 151">
              <a:extLst>
                <a:ext uri="{FF2B5EF4-FFF2-40B4-BE49-F238E27FC236}">
                  <a16:creationId xmlns:a16="http://schemas.microsoft.com/office/drawing/2014/main" id="{4D00093A-E494-935B-4C7C-5F7A34103809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4584" y="196449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54" name="Parallelogram 153">
              <a:extLst>
                <a:ext uri="{FF2B5EF4-FFF2-40B4-BE49-F238E27FC236}">
                  <a16:creationId xmlns:a16="http://schemas.microsoft.com/office/drawing/2014/main" id="{24D6FDBA-C8BF-F7FA-529D-54CFEDC7754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2426" y="2367182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56" name="Parallelogram 155">
              <a:extLst>
                <a:ext uri="{FF2B5EF4-FFF2-40B4-BE49-F238E27FC236}">
                  <a16:creationId xmlns:a16="http://schemas.microsoft.com/office/drawing/2014/main" id="{823C6456-5CB2-D6A5-1703-A8DE5A8FE5B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5353" y="22356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57" name="Parallelogram 156">
              <a:extLst>
                <a:ext uri="{FF2B5EF4-FFF2-40B4-BE49-F238E27FC236}">
                  <a16:creationId xmlns:a16="http://schemas.microsoft.com/office/drawing/2014/main" id="{3E36C9FD-637E-9469-2E42-E4CF86F06126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6849" y="2110007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58" name="Parallelogram 157">
              <a:extLst>
                <a:ext uri="{FF2B5EF4-FFF2-40B4-BE49-F238E27FC236}">
                  <a16:creationId xmlns:a16="http://schemas.microsoft.com/office/drawing/2014/main" id="{E0C1F3BD-AAF1-B03E-A9A6-D8FA967A1C5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9776" y="19785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59" name="Parallelogram 158">
              <a:extLst>
                <a:ext uri="{FF2B5EF4-FFF2-40B4-BE49-F238E27FC236}">
                  <a16:creationId xmlns:a16="http://schemas.microsoft.com/office/drawing/2014/main" id="{F756027B-5300-92A9-284E-CF2B617B89F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2702" y="184807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0" name="Parallelogram 159">
              <a:extLst>
                <a:ext uri="{FF2B5EF4-FFF2-40B4-BE49-F238E27FC236}">
                  <a16:creationId xmlns:a16="http://schemas.microsoft.com/office/drawing/2014/main" id="{E46768A5-B057-6863-445E-C6A00D914F24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5629" y="171656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B4DBF8D-9308-F5AB-F527-D4260C22C809}"/>
              </a:ext>
            </a:extLst>
          </p:cNvPr>
          <p:cNvSpPr txBox="1"/>
          <p:nvPr/>
        </p:nvSpPr>
        <p:spPr>
          <a:xfrm>
            <a:off x="1" y="6427113"/>
            <a:ext cx="10944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noProof="0" dirty="0"/>
              <a:t>[1] W. Li, N. Wang, and J. Qi, “Direct Angle of Arrival (AOA) </a:t>
            </a:r>
            <a:r>
              <a:rPr lang="en-GB" sz="1100" noProof="0" dirty="0" err="1"/>
              <a:t>EstimationUsing</a:t>
            </a:r>
            <a:r>
              <a:rPr lang="en-GB" sz="1100" noProof="0" dirty="0"/>
              <a:t> a </a:t>
            </a:r>
            <a:r>
              <a:rPr lang="en-GB" sz="1100" noProof="0" dirty="0" err="1"/>
              <a:t>Metasurface</a:t>
            </a:r>
            <a:r>
              <a:rPr lang="en-GB" sz="1100" noProof="0" dirty="0"/>
              <a:t> Antenna With Single Frequency </a:t>
            </a:r>
            <a:r>
              <a:rPr lang="en-GB" sz="1100" noProof="0" dirty="0" err="1"/>
              <a:t>PhaselessMeasurements</a:t>
            </a:r>
            <a:r>
              <a:rPr lang="en-GB" sz="1100" noProof="0" dirty="0"/>
              <a:t> Obeyed Schwarz Inequality,” IEEE Transactions </a:t>
            </a:r>
            <a:r>
              <a:rPr lang="en-GB" sz="1100" noProof="0" dirty="0" err="1"/>
              <a:t>onMicrowave</a:t>
            </a:r>
            <a:r>
              <a:rPr lang="en-GB" sz="1100" noProof="0" dirty="0"/>
              <a:t> Theory and Techniques, vol. 72, no. 4, pp. 2677–2685, Apr.2024.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0EE50-8FC0-1053-CC02-43D0CE72433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93933-871D-43A0-B4A5-0050B42A6D23}" type="slidenum">
              <a:rPr lang="en-GB" noProof="0" smtClean="0"/>
              <a:t>11</a:t>
            </a:fld>
            <a:endParaRPr lang="en-GB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5CAB2F-2630-5E24-AEEA-A2B8858E8CD0}"/>
              </a:ext>
            </a:extLst>
          </p:cNvPr>
          <p:cNvSpPr txBox="1"/>
          <p:nvPr/>
        </p:nvSpPr>
        <p:spPr>
          <a:xfrm>
            <a:off x="2832161" y="96752"/>
            <a:ext cx="1124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noProof="0" dirty="0"/>
              <a:t>Inference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6A9CA92-6456-AD28-6C05-0A6357938000}"/>
              </a:ext>
            </a:extLst>
          </p:cNvPr>
          <p:cNvGrpSpPr/>
          <p:nvPr/>
        </p:nvGrpSpPr>
        <p:grpSpPr>
          <a:xfrm>
            <a:off x="2796163" y="838093"/>
            <a:ext cx="1346920" cy="1872727"/>
            <a:chOff x="2507530" y="1530349"/>
            <a:chExt cx="1346920" cy="1872727"/>
          </a:xfrm>
        </p:grpSpPr>
        <p:sp>
          <p:nvSpPr>
            <p:cNvPr id="80" name="Parallelogram 79">
              <a:extLst>
                <a:ext uri="{FF2B5EF4-FFF2-40B4-BE49-F238E27FC236}">
                  <a16:creationId xmlns:a16="http://schemas.microsoft.com/office/drawing/2014/main" id="{C7D01A70-96AC-7B68-90E3-4417BC30EA1E}"/>
                </a:ext>
              </a:extLst>
            </p:cNvPr>
            <p:cNvSpPr/>
            <p:nvPr/>
          </p:nvSpPr>
          <p:spPr>
            <a:xfrm rot="16200000" flipV="1">
              <a:off x="2244626" y="1793253"/>
              <a:ext cx="1872727" cy="1346920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10000"/>
                <a:lumOff val="9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2C35CB6-ECC8-9ECD-CBF1-23CBDCB018C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7637" y="31110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2BF029F6-BCB6-701F-5BC1-BD70E3146C0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0564" y="297952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24CA1C63-FC21-EAD0-902D-4F90BB5A746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2060" y="28538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BD3D5C1-0373-919C-EB65-9A793E7C0AD9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4987" y="272235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1E1A7E8A-09E9-8C80-C2CE-BE911D153259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7913" y="259191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B5DA2C3E-83A1-E620-F2C9-20F5D488499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0840" y="2460414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FC05F939-B880-6697-9552-FD89EC7EAE6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28682" y="286945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74D0E88D-92D2-2AF3-2D2E-FB9348758C2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1609" y="27379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F0B5CC49-DBF6-4798-0722-DD57CC4E7CD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3105" y="26122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46DE1C5F-775C-B067-631D-6D325D806078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6032" y="248077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8BCB289E-3A40-0EB1-9E29-415820B17279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398958" y="235034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4BD4DB2E-B3AB-86D3-CFC6-12CB39C8F3C9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1885" y="221884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2D8E70AD-EB8A-6A18-8FF8-C220A66E62B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41381" y="26151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2BB7A64E-2306-1D89-62E9-1696F10ABD98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4308" y="248360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239CF63D-A35C-C96D-C42A-5454BFDAF0F1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5804" y="235793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D6F0F39D-C2E3-7BC8-622C-4E4A9C2CA39B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8731" y="22264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F0A5B6EB-FBFA-7466-0775-BE0BC34543A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11657" y="209599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469C4049-744A-8F21-EF83-2E24638187B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4584" y="196449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9ECB9AC6-1B99-92C1-EAC3-B652B181069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2426" y="2367182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EA263B90-3C15-A063-217D-53CAD4EF288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5353" y="22356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2DC2D009-0720-0EE3-DA69-2659A393D57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6849" y="2110007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5E15C1FC-86DB-4B74-9B2E-B8577255D91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9776" y="19785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57DF47EB-16F3-9C92-DF7F-B093AA7634B8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2702" y="184807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9BD48E46-CDD9-09A2-997A-4701B0F7B04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5629" y="171656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DD4B655-D85B-6C4A-838C-E5E71ED73CF1}"/>
              </a:ext>
            </a:extLst>
          </p:cNvPr>
          <p:cNvGrpSpPr>
            <a:grpSpLocks noChangeAspect="1"/>
          </p:cNvGrpSpPr>
          <p:nvPr/>
        </p:nvGrpSpPr>
        <p:grpSpPr>
          <a:xfrm rot="9175072">
            <a:off x="4691913" y="1621410"/>
            <a:ext cx="358402" cy="738624"/>
            <a:chOff x="1562125" y="646334"/>
            <a:chExt cx="503836" cy="1038348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AF6D1D2-AFFB-0F99-156D-7F830D3DA902}"/>
                </a:ext>
              </a:extLst>
            </p:cNvPr>
            <p:cNvSpPr/>
            <p:nvPr/>
          </p:nvSpPr>
          <p:spPr>
            <a:xfrm rot="3269968" flipV="1">
              <a:off x="1310379" y="1127408"/>
              <a:ext cx="1038348" cy="76200"/>
            </a:xfrm>
            <a:custGeom>
              <a:avLst/>
              <a:gdLst>
                <a:gd name="connsiteX0" fmla="*/ 0 w 4991100"/>
                <a:gd name="connsiteY0" fmla="*/ 914404 h 914418"/>
                <a:gd name="connsiteX1" fmla="*/ 901700 w 4991100"/>
                <a:gd name="connsiteY1" fmla="*/ 25404 h 914418"/>
                <a:gd name="connsiteX2" fmla="*/ 1816100 w 4991100"/>
                <a:gd name="connsiteY2" fmla="*/ 914404 h 914418"/>
                <a:gd name="connsiteX3" fmla="*/ 2717800 w 4991100"/>
                <a:gd name="connsiteY3" fmla="*/ 4 h 914418"/>
                <a:gd name="connsiteX4" fmla="*/ 3644900 w 4991100"/>
                <a:gd name="connsiteY4" fmla="*/ 901704 h 914418"/>
                <a:gd name="connsiteX5" fmla="*/ 4533900 w 4991100"/>
                <a:gd name="connsiteY5" fmla="*/ 457204 h 914418"/>
                <a:gd name="connsiteX6" fmla="*/ 4991100 w 4991100"/>
                <a:gd name="connsiteY6" fmla="*/ 355604 h 91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91100" h="914418">
                  <a:moveTo>
                    <a:pt x="0" y="914404"/>
                  </a:moveTo>
                  <a:cubicBezTo>
                    <a:pt x="299508" y="469904"/>
                    <a:pt x="599017" y="25404"/>
                    <a:pt x="901700" y="25404"/>
                  </a:cubicBezTo>
                  <a:cubicBezTo>
                    <a:pt x="1204383" y="25404"/>
                    <a:pt x="1513417" y="918637"/>
                    <a:pt x="1816100" y="914404"/>
                  </a:cubicBezTo>
                  <a:cubicBezTo>
                    <a:pt x="2118783" y="910171"/>
                    <a:pt x="2413000" y="2121"/>
                    <a:pt x="2717800" y="4"/>
                  </a:cubicBezTo>
                  <a:cubicBezTo>
                    <a:pt x="3022600" y="-2113"/>
                    <a:pt x="3342217" y="825504"/>
                    <a:pt x="3644900" y="901704"/>
                  </a:cubicBezTo>
                  <a:cubicBezTo>
                    <a:pt x="3947583" y="977904"/>
                    <a:pt x="4309533" y="548221"/>
                    <a:pt x="4533900" y="457204"/>
                  </a:cubicBezTo>
                  <a:cubicBezTo>
                    <a:pt x="4758267" y="366187"/>
                    <a:pt x="4874683" y="360895"/>
                    <a:pt x="4991100" y="355604"/>
                  </a:cubicBezTo>
                </a:path>
              </a:pathLst>
            </a:custGeom>
            <a:ln w="31750">
              <a:tailEnd type="triangle" w="lg" len="lg"/>
            </a:ln>
            <a:effectLst>
              <a:glow rad="4572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14FF897-D3E9-CC63-22F1-ED2D48FE17A0}"/>
                </a:ext>
              </a:extLst>
            </p:cNvPr>
            <p:cNvSpPr/>
            <p:nvPr/>
          </p:nvSpPr>
          <p:spPr>
            <a:xfrm rot="3269968" flipV="1">
              <a:off x="1615088" y="994589"/>
              <a:ext cx="783907" cy="117839"/>
            </a:xfrm>
            <a:custGeom>
              <a:avLst/>
              <a:gdLst>
                <a:gd name="connsiteX0" fmla="*/ 0 w 4991100"/>
                <a:gd name="connsiteY0" fmla="*/ 914404 h 914418"/>
                <a:gd name="connsiteX1" fmla="*/ 901700 w 4991100"/>
                <a:gd name="connsiteY1" fmla="*/ 25404 h 914418"/>
                <a:gd name="connsiteX2" fmla="*/ 1816100 w 4991100"/>
                <a:gd name="connsiteY2" fmla="*/ 914404 h 914418"/>
                <a:gd name="connsiteX3" fmla="*/ 2717800 w 4991100"/>
                <a:gd name="connsiteY3" fmla="*/ 4 h 914418"/>
                <a:gd name="connsiteX4" fmla="*/ 3644900 w 4991100"/>
                <a:gd name="connsiteY4" fmla="*/ 901704 h 914418"/>
                <a:gd name="connsiteX5" fmla="*/ 4533900 w 4991100"/>
                <a:gd name="connsiteY5" fmla="*/ 457204 h 914418"/>
                <a:gd name="connsiteX6" fmla="*/ 4991100 w 4991100"/>
                <a:gd name="connsiteY6" fmla="*/ 355604 h 91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91100" h="914418">
                  <a:moveTo>
                    <a:pt x="0" y="914404"/>
                  </a:moveTo>
                  <a:cubicBezTo>
                    <a:pt x="299508" y="469904"/>
                    <a:pt x="599017" y="25404"/>
                    <a:pt x="901700" y="25404"/>
                  </a:cubicBezTo>
                  <a:cubicBezTo>
                    <a:pt x="1204383" y="25404"/>
                    <a:pt x="1513417" y="918637"/>
                    <a:pt x="1816100" y="914404"/>
                  </a:cubicBezTo>
                  <a:cubicBezTo>
                    <a:pt x="2118783" y="910171"/>
                    <a:pt x="2413000" y="2121"/>
                    <a:pt x="2717800" y="4"/>
                  </a:cubicBezTo>
                  <a:cubicBezTo>
                    <a:pt x="3022600" y="-2113"/>
                    <a:pt x="3342217" y="825504"/>
                    <a:pt x="3644900" y="901704"/>
                  </a:cubicBezTo>
                  <a:cubicBezTo>
                    <a:pt x="3947583" y="977904"/>
                    <a:pt x="4309533" y="548221"/>
                    <a:pt x="4533900" y="457204"/>
                  </a:cubicBezTo>
                  <a:cubicBezTo>
                    <a:pt x="4758267" y="366187"/>
                    <a:pt x="4874683" y="360895"/>
                    <a:pt x="4991100" y="355604"/>
                  </a:cubicBezTo>
                </a:path>
              </a:pathLst>
            </a:custGeom>
            <a:ln w="31750">
              <a:tailEnd type="triangle" w="lg" len="lg"/>
            </a:ln>
            <a:effectLst>
              <a:glow rad="4572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75335D7-D894-F427-F0EA-A6AE2BF8298D}"/>
                </a:ext>
              </a:extLst>
            </p:cNvPr>
            <p:cNvSpPr/>
            <p:nvPr/>
          </p:nvSpPr>
          <p:spPr>
            <a:xfrm rot="3269968" flipV="1">
              <a:off x="1217693" y="1216531"/>
              <a:ext cx="806703" cy="117839"/>
            </a:xfrm>
            <a:custGeom>
              <a:avLst/>
              <a:gdLst>
                <a:gd name="connsiteX0" fmla="*/ 0 w 4991100"/>
                <a:gd name="connsiteY0" fmla="*/ 914404 h 914418"/>
                <a:gd name="connsiteX1" fmla="*/ 901700 w 4991100"/>
                <a:gd name="connsiteY1" fmla="*/ 25404 h 914418"/>
                <a:gd name="connsiteX2" fmla="*/ 1816100 w 4991100"/>
                <a:gd name="connsiteY2" fmla="*/ 914404 h 914418"/>
                <a:gd name="connsiteX3" fmla="*/ 2717800 w 4991100"/>
                <a:gd name="connsiteY3" fmla="*/ 4 h 914418"/>
                <a:gd name="connsiteX4" fmla="*/ 3644900 w 4991100"/>
                <a:gd name="connsiteY4" fmla="*/ 901704 h 914418"/>
                <a:gd name="connsiteX5" fmla="*/ 4533900 w 4991100"/>
                <a:gd name="connsiteY5" fmla="*/ 457204 h 914418"/>
                <a:gd name="connsiteX6" fmla="*/ 4991100 w 4991100"/>
                <a:gd name="connsiteY6" fmla="*/ 355604 h 91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91100" h="914418">
                  <a:moveTo>
                    <a:pt x="0" y="914404"/>
                  </a:moveTo>
                  <a:cubicBezTo>
                    <a:pt x="299508" y="469904"/>
                    <a:pt x="599017" y="25404"/>
                    <a:pt x="901700" y="25404"/>
                  </a:cubicBezTo>
                  <a:cubicBezTo>
                    <a:pt x="1204383" y="25404"/>
                    <a:pt x="1513417" y="918637"/>
                    <a:pt x="1816100" y="914404"/>
                  </a:cubicBezTo>
                  <a:cubicBezTo>
                    <a:pt x="2118783" y="910171"/>
                    <a:pt x="2413000" y="2121"/>
                    <a:pt x="2717800" y="4"/>
                  </a:cubicBezTo>
                  <a:cubicBezTo>
                    <a:pt x="3022600" y="-2113"/>
                    <a:pt x="3342217" y="825504"/>
                    <a:pt x="3644900" y="901704"/>
                  </a:cubicBezTo>
                  <a:cubicBezTo>
                    <a:pt x="3947583" y="977904"/>
                    <a:pt x="4309533" y="548221"/>
                    <a:pt x="4533900" y="457204"/>
                  </a:cubicBezTo>
                  <a:cubicBezTo>
                    <a:pt x="4758267" y="366187"/>
                    <a:pt x="4874683" y="360895"/>
                    <a:pt x="4991100" y="355604"/>
                  </a:cubicBezTo>
                </a:path>
              </a:pathLst>
            </a:custGeom>
            <a:ln w="31750">
              <a:tailEnd type="triangle" w="lg" len="lg"/>
            </a:ln>
            <a:effectLst>
              <a:glow rad="4572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E237362-6B4F-293B-EE90-EE58F3E7CCD9}"/>
                  </a:ext>
                </a:extLst>
              </p:cNvPr>
              <p:cNvSpPr txBox="1"/>
              <p:nvPr/>
            </p:nvSpPr>
            <p:spPr>
              <a:xfrm>
                <a:off x="201311" y="4285186"/>
                <a:ext cx="6887398" cy="985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de-DE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de-DE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de-DE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DE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de-DE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de-DE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  <m:sub>
                                      <m:r>
                                        <a:rPr lang="de-DE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𝒙𝒑</m:t>
                                      </m:r>
                                    </m:sub>
                                  </m:s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f>
                                    <m:f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)+</m:t>
                                  </m:r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de-DE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  <m:sub>
                                      <m:r>
                                        <a:rPr lang="de-DE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  <m:r>
                                        <a:rPr lang="de-DE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sub>
                                  </m:s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f>
                                    <m:f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num>
                                    <m:den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  <m:sup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  <m:sup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sup>
                          </m:sSup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E237362-6B4F-293B-EE90-EE58F3E7C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11" y="4285186"/>
                <a:ext cx="6887398" cy="9855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E384D423-EE94-C9CF-2F4E-3443349E1069}"/>
              </a:ext>
            </a:extLst>
          </p:cNvPr>
          <p:cNvGrpSpPr>
            <a:grpSpLocks noChangeAspect="1"/>
          </p:cNvGrpSpPr>
          <p:nvPr/>
        </p:nvGrpSpPr>
        <p:grpSpPr>
          <a:xfrm>
            <a:off x="5743016" y="3244829"/>
            <a:ext cx="629767" cy="630921"/>
            <a:chOff x="3837320" y="2577311"/>
            <a:chExt cx="1214148" cy="1216373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049C106-0ADD-EBF6-2381-03A5B76BE081}"/>
                </a:ext>
              </a:extLst>
            </p:cNvPr>
            <p:cNvSpPr/>
            <p:nvPr/>
          </p:nvSpPr>
          <p:spPr>
            <a:xfrm>
              <a:off x="3837320" y="3466506"/>
              <a:ext cx="1214148" cy="327178"/>
            </a:xfrm>
            <a:prstGeom prst="ellipse">
              <a:avLst/>
            </a:prstGeom>
            <a:solidFill>
              <a:srgbClr val="FFE6CB"/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574F2246-A0A5-AAE7-97ED-1A89FD6D734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53780" y="2949988"/>
              <a:ext cx="804417" cy="713070"/>
              <a:chOff x="1758028" y="3687481"/>
              <a:chExt cx="1312148" cy="1163145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6EFC92D-62CC-C7FC-C306-0582A448DAD3}"/>
                  </a:ext>
                </a:extLst>
              </p:cNvPr>
              <p:cNvGrpSpPr/>
              <p:nvPr/>
            </p:nvGrpSpPr>
            <p:grpSpPr>
              <a:xfrm>
                <a:off x="2615571" y="4393426"/>
                <a:ext cx="454605" cy="457200"/>
                <a:chOff x="2615571" y="4393426"/>
                <a:chExt cx="454605" cy="457200"/>
              </a:xfrm>
            </p:grpSpPr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D58B1762-D380-F023-5EC8-4314C3D5B5CB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0BAD73E4-E7D1-154D-A5A7-A69B05B500F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FA9A633A-1AD0-9FC7-4147-B7083E697C71}"/>
                  </a:ext>
                </a:extLst>
              </p:cNvPr>
              <p:cNvGrpSpPr/>
              <p:nvPr/>
            </p:nvGrpSpPr>
            <p:grpSpPr>
              <a:xfrm>
                <a:off x="1758028" y="4383486"/>
                <a:ext cx="454605" cy="457200"/>
                <a:chOff x="2615571" y="4393426"/>
                <a:chExt cx="454605" cy="457200"/>
              </a:xfrm>
            </p:grpSpPr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371F4201-10EB-167B-AD57-92B0CE2C53A2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76F1BFAA-8D79-66ED-CAAE-8807A116B5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</p:grp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3D632CA6-2CEC-D5C8-1276-3C96101AB23F}"/>
                  </a:ext>
                </a:extLst>
              </p:cNvPr>
              <p:cNvCxnSpPr>
                <a:stCxn id="116" idx="6"/>
                <a:endCxn id="118" idx="2"/>
              </p:cNvCxnSpPr>
              <p:nvPr/>
            </p:nvCxnSpPr>
            <p:spPr>
              <a:xfrm>
                <a:off x="2212633" y="4612086"/>
                <a:ext cx="402938" cy="994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94F3281B-7BAE-009F-69F2-78E7356BE833}"/>
                  </a:ext>
                </a:extLst>
              </p:cNvPr>
              <p:cNvCxnSpPr>
                <a:cxnSpLocks/>
                <a:stCxn id="116" idx="0"/>
              </p:cNvCxnSpPr>
              <p:nvPr/>
            </p:nvCxnSpPr>
            <p:spPr>
              <a:xfrm flipV="1">
                <a:off x="1985331" y="4223565"/>
                <a:ext cx="0" cy="159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1B930579-FD99-4F1B-BED2-409D4B91B8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83863" y="4120488"/>
                <a:ext cx="118781" cy="11260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DED77A0E-3C08-F55A-0703-624206AEC4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02644" y="4120488"/>
                <a:ext cx="74314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FE991F72-0E64-9CBC-A0DD-87FA602BBBD7}"/>
                  </a:ext>
                </a:extLst>
              </p:cNvPr>
              <p:cNvCxnSpPr>
                <a:cxnSpLocks/>
                <a:stCxn id="118" idx="0"/>
              </p:cNvCxnSpPr>
              <p:nvPr/>
            </p:nvCxnSpPr>
            <p:spPr>
              <a:xfrm flipV="1">
                <a:off x="2842874" y="4120488"/>
                <a:ext cx="5839" cy="27293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F0D4780C-FB24-5DF5-D417-491FA390745D}"/>
                  </a:ext>
                </a:extLst>
              </p:cNvPr>
              <p:cNvCxnSpPr/>
              <p:nvPr/>
            </p:nvCxnSpPr>
            <p:spPr>
              <a:xfrm>
                <a:off x="1981482" y="4303525"/>
                <a:ext cx="34579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94AC7909-71F9-1C1D-BB18-0C7EC5543E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3356" y="4120488"/>
                <a:ext cx="214398" cy="18303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CBDCC0C6-A34A-3427-ACF5-FA3C6E4FA2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6967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5C19F74C-B544-7AA0-C75A-3A2AD2D645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15571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898CD6BF-71E7-229D-EDF4-8387B8D6165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94458" y="3687481"/>
                <a:ext cx="200126" cy="201267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463BBD02-3FE2-3268-B087-84D1AB7EB5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4531" y="3732390"/>
                <a:ext cx="131835" cy="132589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83AD08EE-2F89-E8FC-01A8-CA657D6486C1}"/>
                  </a:ext>
                </a:extLst>
              </p:cNvPr>
              <p:cNvCxnSpPr>
                <a:stCxn id="108" idx="4"/>
                <a:endCxn id="109" idx="4"/>
              </p:cNvCxnSpPr>
              <p:nvPr/>
            </p:nvCxnSpPr>
            <p:spPr>
              <a:xfrm flipH="1" flipV="1">
                <a:off x="2140449" y="3864979"/>
                <a:ext cx="454072" cy="2376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DDED662A-7977-97E9-6306-3F1C7976195C}"/>
                  </a:ext>
                </a:extLst>
              </p:cNvPr>
              <p:cNvCxnSpPr>
                <a:cxnSpLocks/>
                <a:stCxn id="108" idx="0"/>
                <a:endCxn id="109" idx="0"/>
              </p:cNvCxnSpPr>
              <p:nvPr/>
            </p:nvCxnSpPr>
            <p:spPr>
              <a:xfrm flipH="1">
                <a:off x="2140450" y="3687481"/>
                <a:ext cx="454071" cy="4491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06BA4730-69F5-B8B7-D1AE-B13B7935A741}"/>
                  </a:ext>
                </a:extLst>
              </p:cNvPr>
              <p:cNvCxnSpPr>
                <a:stCxn id="109" idx="2"/>
              </p:cNvCxnSpPr>
              <p:nvPr/>
            </p:nvCxnSpPr>
            <p:spPr>
              <a:xfrm flipH="1" flipV="1">
                <a:off x="1981482" y="3798684"/>
                <a:ext cx="93049" cy="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A0A60BF0-0C7D-31CC-9865-494705B151EA}"/>
                  </a:ext>
                </a:extLst>
              </p:cNvPr>
              <p:cNvCxnSpPr/>
              <p:nvPr/>
            </p:nvCxnSpPr>
            <p:spPr>
              <a:xfrm flipV="1">
                <a:off x="1981482" y="3709935"/>
                <a:ext cx="0" cy="16475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3094FA4A-446D-EE48-8D1A-0992B23F854F}"/>
                  </a:ext>
                </a:extLst>
              </p:cNvPr>
              <p:cNvCxnSpPr/>
              <p:nvPr/>
            </p:nvCxnSpPr>
            <p:spPr>
              <a:xfrm flipH="1">
                <a:off x="1840706" y="3709935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CC4612DF-C7AF-C607-E9EB-749DE31398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45353" y="3838066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6" name="Graphic 95" descr="Wireless with solid fill">
              <a:extLst>
                <a:ext uri="{FF2B5EF4-FFF2-40B4-BE49-F238E27FC236}">
                  <a16:creationId xmlns:a16="http://schemas.microsoft.com/office/drawing/2014/main" id="{7721E205-1E5C-AAE4-41C4-955D81B1AF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955696">
              <a:off x="4232021" y="2577311"/>
              <a:ext cx="322586" cy="297515"/>
            </a:xfrm>
            <a:prstGeom prst="rect">
              <a:avLst/>
            </a:prstGeom>
          </p:spPr>
        </p:pic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1123DE9A-F98A-01CD-A350-60CB9362D9FC}"/>
              </a:ext>
            </a:extLst>
          </p:cNvPr>
          <p:cNvSpPr txBox="1"/>
          <p:nvPr/>
        </p:nvSpPr>
        <p:spPr>
          <a:xfrm>
            <a:off x="7252873" y="456136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(1)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90706936-614E-D46A-D421-D7EE10E0816F}"/>
                  </a:ext>
                </a:extLst>
              </p:cNvPr>
              <p:cNvSpPr txBox="1"/>
              <p:nvPr/>
            </p:nvSpPr>
            <p:spPr>
              <a:xfrm>
                <a:off x="402807" y="5408606"/>
                <a:ext cx="2393355" cy="394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𝑥𝑝</m:t>
                          </m:r>
                        </m:sub>
                      </m:sSub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90706936-614E-D46A-D421-D7EE10E08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807" y="5408606"/>
                <a:ext cx="2393355" cy="394019"/>
              </a:xfrm>
              <a:prstGeom prst="rect">
                <a:avLst/>
              </a:prstGeom>
              <a:blipFill>
                <a:blip r:embed="rId4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3A62411-9E9B-2314-94D1-94004BAAAEF7}"/>
                  </a:ext>
                </a:extLst>
              </p:cNvPr>
              <p:cNvSpPr txBox="1"/>
              <p:nvPr/>
            </p:nvSpPr>
            <p:spPr>
              <a:xfrm>
                <a:off x="411763" y="5895265"/>
                <a:ext cx="2228404" cy="394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𝑦𝑝</m:t>
                          </m:r>
                        </m:sub>
                      </m:sSub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3A62411-9E9B-2314-94D1-94004BAAA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63" y="5895265"/>
                <a:ext cx="2228404" cy="394019"/>
              </a:xfrm>
              <a:prstGeom prst="rect">
                <a:avLst/>
              </a:prstGeom>
              <a:blipFill>
                <a:blip r:embed="rId5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TextBox 125">
            <a:extLst>
              <a:ext uri="{FF2B5EF4-FFF2-40B4-BE49-F238E27FC236}">
                <a16:creationId xmlns:a16="http://schemas.microsoft.com/office/drawing/2014/main" id="{C8FF1113-742F-EE41-AEE7-C250E73DB37B}"/>
              </a:ext>
            </a:extLst>
          </p:cNvPr>
          <p:cNvSpPr txBox="1"/>
          <p:nvPr/>
        </p:nvSpPr>
        <p:spPr>
          <a:xfrm>
            <a:off x="2803234" y="541770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(2)</a:t>
            </a:r>
            <a:endParaRPr 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D5D0A69-70F5-C168-9792-80231B3DFD5A}"/>
              </a:ext>
            </a:extLst>
          </p:cNvPr>
          <p:cNvSpPr txBox="1"/>
          <p:nvPr/>
        </p:nvSpPr>
        <p:spPr>
          <a:xfrm>
            <a:off x="2774643" y="589526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(3)</a:t>
            </a:r>
            <a:endParaRPr lang="en-US" dirty="0"/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D88FAEDF-9E0E-8971-5C54-134C9E5B5BC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758"/>
          <a:stretch>
            <a:fillRect/>
          </a:stretch>
        </p:blipFill>
        <p:spPr>
          <a:xfrm>
            <a:off x="8504299" y="96752"/>
            <a:ext cx="2858031" cy="5963482"/>
          </a:xfrm>
          <a:prstGeom prst="rect">
            <a:avLst/>
          </a:prstGeom>
        </p:spPr>
      </p:pic>
      <p:sp>
        <p:nvSpPr>
          <p:cNvPr id="215" name="Rectangle: Rounded Corners 214">
            <a:extLst>
              <a:ext uri="{FF2B5EF4-FFF2-40B4-BE49-F238E27FC236}">
                <a16:creationId xmlns:a16="http://schemas.microsoft.com/office/drawing/2014/main" id="{76F66D34-FF0F-F310-A45A-F5143A809A93}"/>
              </a:ext>
            </a:extLst>
          </p:cNvPr>
          <p:cNvSpPr/>
          <p:nvPr/>
        </p:nvSpPr>
        <p:spPr>
          <a:xfrm>
            <a:off x="1915309" y="3209409"/>
            <a:ext cx="906314" cy="566142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cxnSp>
        <p:nvCxnSpPr>
          <p:cNvPr id="216" name="Connector: Elbow 215">
            <a:extLst>
              <a:ext uri="{FF2B5EF4-FFF2-40B4-BE49-F238E27FC236}">
                <a16:creationId xmlns:a16="http://schemas.microsoft.com/office/drawing/2014/main" id="{3CAA98B3-F35F-9CFF-68A6-2031A4C8A57B}"/>
              </a:ext>
            </a:extLst>
          </p:cNvPr>
          <p:cNvCxnSpPr>
            <a:cxnSpLocks/>
            <a:stCxn id="247" idx="3"/>
          </p:cNvCxnSpPr>
          <p:nvPr/>
        </p:nvCxnSpPr>
        <p:spPr>
          <a:xfrm flipV="1">
            <a:off x="3530880" y="2230484"/>
            <a:ext cx="230331" cy="1242334"/>
          </a:xfrm>
          <a:prstGeom prst="bentConnector2">
            <a:avLst/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8626D43D-3BA7-4CE2-6D4C-170BC7B5D897}"/>
                  </a:ext>
                </a:extLst>
              </p:cNvPr>
              <p:cNvSpPr txBox="1"/>
              <p:nvPr/>
            </p:nvSpPr>
            <p:spPr>
              <a:xfrm>
                <a:off x="3268725" y="2715711"/>
                <a:ext cx="980857" cy="307777"/>
              </a:xfrm>
              <a:prstGeom prst="rect">
                <a:avLst/>
              </a:prstGeom>
              <a:solidFill>
                <a:srgbClr val="FFFFFF">
                  <a:alpha val="85000"/>
                </a:srgb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DE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de-DE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de-DE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noProof="0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8626D43D-3BA7-4CE2-6D4C-170BC7B5D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725" y="2715711"/>
                <a:ext cx="980857" cy="307777"/>
              </a:xfrm>
              <a:prstGeom prst="rect">
                <a:avLst/>
              </a:prstGeom>
              <a:blipFill>
                <a:blip r:embed="rId7"/>
                <a:stretch>
                  <a:fillRect b="-377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Right Brace 217">
            <a:extLst>
              <a:ext uri="{FF2B5EF4-FFF2-40B4-BE49-F238E27FC236}">
                <a16:creationId xmlns:a16="http://schemas.microsoft.com/office/drawing/2014/main" id="{971C04DF-055C-10A9-1A06-999880A23328}"/>
              </a:ext>
            </a:extLst>
          </p:cNvPr>
          <p:cNvSpPr/>
          <p:nvPr/>
        </p:nvSpPr>
        <p:spPr>
          <a:xfrm rot="5400000">
            <a:off x="360877" y="1465632"/>
            <a:ext cx="256841" cy="914068"/>
          </a:xfrm>
          <a:prstGeom prst="rightBrace">
            <a:avLst>
              <a:gd name="adj1" fmla="val 21960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785AED08-53D6-CC07-2D50-E8CA22237175}"/>
              </a:ext>
            </a:extLst>
          </p:cNvPr>
          <p:cNvSpPr txBox="1"/>
          <p:nvPr/>
        </p:nvSpPr>
        <p:spPr>
          <a:xfrm>
            <a:off x="1920910" y="3326242"/>
            <a:ext cx="906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Q-Table</a:t>
            </a:r>
            <a:endParaRPr lang="en-GB" sz="1400" noProof="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74835306-3D99-1EEF-128C-0793B5666745}"/>
              </a:ext>
            </a:extLst>
          </p:cNvPr>
          <p:cNvSpPr/>
          <p:nvPr/>
        </p:nvSpPr>
        <p:spPr>
          <a:xfrm>
            <a:off x="273344" y="1307582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4088FFF-6B82-48DC-E607-92E24160713C}"/>
              </a:ext>
            </a:extLst>
          </p:cNvPr>
          <p:cNvSpPr/>
          <p:nvPr/>
        </p:nvSpPr>
        <p:spPr>
          <a:xfrm>
            <a:off x="274203" y="1549553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2E03C04F-3570-8B84-8911-9997675EAF6C}"/>
              </a:ext>
            </a:extLst>
          </p:cNvPr>
          <p:cNvSpPr/>
          <p:nvPr/>
        </p:nvSpPr>
        <p:spPr>
          <a:xfrm>
            <a:off x="490398" y="1309499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D05F1EB2-2B8A-D542-192F-12AD965741F6}"/>
              </a:ext>
            </a:extLst>
          </p:cNvPr>
          <p:cNvSpPr/>
          <p:nvPr/>
        </p:nvSpPr>
        <p:spPr>
          <a:xfrm>
            <a:off x="491257" y="1551470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5DC49CE9-297A-4DC8-95A5-98D98DC2754E}"/>
              </a:ext>
            </a:extLst>
          </p:cNvPr>
          <p:cNvGrpSpPr/>
          <p:nvPr/>
        </p:nvGrpSpPr>
        <p:grpSpPr>
          <a:xfrm rot="5400000">
            <a:off x="671538" y="1290531"/>
            <a:ext cx="94279" cy="428376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225" name="Arc 224">
              <a:extLst>
                <a:ext uri="{FF2B5EF4-FFF2-40B4-BE49-F238E27FC236}">
                  <a16:creationId xmlns:a16="http://schemas.microsoft.com/office/drawing/2014/main" id="{7BA0FADB-B139-7184-F514-C3FD7AAB504A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9827EFE3-A28A-8C69-9948-8015211D7C37}"/>
                </a:ext>
              </a:extLst>
            </p:cNvPr>
            <p:cNvCxnSpPr>
              <a:cxnSpLocks/>
              <a:stCxn id="225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3A80CE07-54B3-8666-D60E-2C78AD0D4941}"/>
                </a:ext>
              </a:extLst>
            </p:cNvPr>
            <p:cNvCxnSpPr>
              <a:cxnSpLocks/>
              <a:stCxn id="225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2E907CB4-C5D4-89D7-02D9-DE2A74408968}"/>
              </a:ext>
            </a:extLst>
          </p:cNvPr>
          <p:cNvGrpSpPr/>
          <p:nvPr/>
        </p:nvGrpSpPr>
        <p:grpSpPr>
          <a:xfrm rot="6900000">
            <a:off x="658147" y="1401239"/>
            <a:ext cx="94279" cy="428376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229" name="Arc 228">
              <a:extLst>
                <a:ext uri="{FF2B5EF4-FFF2-40B4-BE49-F238E27FC236}">
                  <a16:creationId xmlns:a16="http://schemas.microsoft.com/office/drawing/2014/main" id="{420F80C0-171A-6C8D-F671-8C3A0A1941BF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BC716503-6E2E-9FFE-E8CF-A5D005B270F4}"/>
                </a:ext>
              </a:extLst>
            </p:cNvPr>
            <p:cNvCxnSpPr>
              <a:cxnSpLocks/>
              <a:stCxn id="229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F179F195-FB25-7A5E-F49F-A09503C47135}"/>
                </a:ext>
              </a:extLst>
            </p:cNvPr>
            <p:cNvCxnSpPr>
              <a:cxnSpLocks/>
              <a:stCxn id="229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46D474E1-CF69-AC94-FBC5-66454F63E223}"/>
              </a:ext>
            </a:extLst>
          </p:cNvPr>
          <p:cNvGrpSpPr/>
          <p:nvPr/>
        </p:nvGrpSpPr>
        <p:grpSpPr>
          <a:xfrm rot="4020000">
            <a:off x="677972" y="1180922"/>
            <a:ext cx="94279" cy="428376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233" name="Arc 232">
              <a:extLst>
                <a:ext uri="{FF2B5EF4-FFF2-40B4-BE49-F238E27FC236}">
                  <a16:creationId xmlns:a16="http://schemas.microsoft.com/office/drawing/2014/main" id="{EED60C4C-EC2D-996A-EB6A-FF1E7B6BBCB6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5319E7CD-6354-2783-FFA9-D23D70C69265}"/>
                </a:ext>
              </a:extLst>
            </p:cNvPr>
            <p:cNvCxnSpPr>
              <a:cxnSpLocks/>
              <a:stCxn id="233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EFBABB72-B4B5-CA3F-7DF0-668C358F14FA}"/>
                </a:ext>
              </a:extLst>
            </p:cNvPr>
            <p:cNvCxnSpPr>
              <a:cxnSpLocks/>
              <a:stCxn id="233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6" name="Rectangle: Rounded Corners 235">
            <a:extLst>
              <a:ext uri="{FF2B5EF4-FFF2-40B4-BE49-F238E27FC236}">
                <a16:creationId xmlns:a16="http://schemas.microsoft.com/office/drawing/2014/main" id="{456DA2BB-2DFE-7F90-B824-89F81D542EDB}"/>
              </a:ext>
            </a:extLst>
          </p:cNvPr>
          <p:cNvSpPr/>
          <p:nvPr/>
        </p:nvSpPr>
        <p:spPr>
          <a:xfrm>
            <a:off x="125407" y="2505372"/>
            <a:ext cx="781415" cy="293519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09F7ACE9-8A01-9E12-AD96-DB0EA59E425B}"/>
              </a:ext>
            </a:extLst>
          </p:cNvPr>
          <p:cNvSpPr txBox="1"/>
          <p:nvPr/>
        </p:nvSpPr>
        <p:spPr>
          <a:xfrm>
            <a:off x="73532" y="2480860"/>
            <a:ext cx="906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Rectifier</a:t>
            </a:r>
            <a:endParaRPr lang="en-GB" sz="1400" noProof="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87C5B2C9-8919-D359-048A-DDDC693DE15C}"/>
              </a:ext>
            </a:extLst>
          </p:cNvPr>
          <p:cNvSpPr txBox="1"/>
          <p:nvPr/>
        </p:nvSpPr>
        <p:spPr>
          <a:xfrm>
            <a:off x="86436" y="3202477"/>
            <a:ext cx="9745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Envelope</a:t>
            </a:r>
          </a:p>
          <a:p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detector</a:t>
            </a:r>
            <a:endParaRPr lang="en-GB" sz="1200" noProof="0" dirty="0"/>
          </a:p>
        </p:txBody>
      </p:sp>
      <p:cxnSp>
        <p:nvCxnSpPr>
          <p:cNvPr id="239" name="Connector: Elbow 238">
            <a:extLst>
              <a:ext uri="{FF2B5EF4-FFF2-40B4-BE49-F238E27FC236}">
                <a16:creationId xmlns:a16="http://schemas.microsoft.com/office/drawing/2014/main" id="{90155BBF-BD3F-AA4E-3556-F6B9862FC6B8}"/>
              </a:ext>
            </a:extLst>
          </p:cNvPr>
          <p:cNvCxnSpPr>
            <a:cxnSpLocks/>
            <a:endCxn id="236" idx="0"/>
          </p:cNvCxnSpPr>
          <p:nvPr/>
        </p:nvCxnSpPr>
        <p:spPr>
          <a:xfrm rot="5400000">
            <a:off x="369586" y="2358843"/>
            <a:ext cx="303729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Rectangle: Rounded Corners 239">
            <a:extLst>
              <a:ext uri="{FF2B5EF4-FFF2-40B4-BE49-F238E27FC236}">
                <a16:creationId xmlns:a16="http://schemas.microsoft.com/office/drawing/2014/main" id="{67993AE3-5687-3E3D-9779-EDF08943A3B5}"/>
              </a:ext>
            </a:extLst>
          </p:cNvPr>
          <p:cNvSpPr/>
          <p:nvPr/>
        </p:nvSpPr>
        <p:spPr>
          <a:xfrm>
            <a:off x="68863" y="3201559"/>
            <a:ext cx="906858" cy="587010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cxnSp>
        <p:nvCxnSpPr>
          <p:cNvPr id="241" name="Connector: Elbow 240">
            <a:extLst>
              <a:ext uri="{FF2B5EF4-FFF2-40B4-BE49-F238E27FC236}">
                <a16:creationId xmlns:a16="http://schemas.microsoft.com/office/drawing/2014/main" id="{0EEA4B8F-79EE-9C1D-C0A6-B2B29A09D5F9}"/>
              </a:ext>
            </a:extLst>
          </p:cNvPr>
          <p:cNvCxnSpPr>
            <a:cxnSpLocks/>
            <a:stCxn id="237" idx="2"/>
            <a:endCxn id="240" idx="0"/>
          </p:cNvCxnSpPr>
          <p:nvPr/>
        </p:nvCxnSpPr>
        <p:spPr>
          <a:xfrm rot="5400000">
            <a:off x="318166" y="2992764"/>
            <a:ext cx="412922" cy="466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Rectangle: Rounded Corners 241">
            <a:extLst>
              <a:ext uri="{FF2B5EF4-FFF2-40B4-BE49-F238E27FC236}">
                <a16:creationId xmlns:a16="http://schemas.microsoft.com/office/drawing/2014/main" id="{AF99E677-B5D5-B7EE-B679-E7ED91EF1A0B}"/>
              </a:ext>
            </a:extLst>
          </p:cNvPr>
          <p:cNvSpPr/>
          <p:nvPr/>
        </p:nvSpPr>
        <p:spPr>
          <a:xfrm>
            <a:off x="1218699" y="3285268"/>
            <a:ext cx="525799" cy="431994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5630C7AD-A949-82A5-5F19-4396C78629B4}"/>
              </a:ext>
            </a:extLst>
          </p:cNvPr>
          <p:cNvSpPr txBox="1"/>
          <p:nvPr/>
        </p:nvSpPr>
        <p:spPr>
          <a:xfrm>
            <a:off x="1230001" y="3328413"/>
            <a:ext cx="520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ADC</a:t>
            </a:r>
            <a:endParaRPr lang="en-GB" sz="1400" noProof="0" dirty="0"/>
          </a:p>
        </p:txBody>
      </p:sp>
      <p:cxnSp>
        <p:nvCxnSpPr>
          <p:cNvPr id="244" name="Connector: Elbow 243">
            <a:extLst>
              <a:ext uri="{FF2B5EF4-FFF2-40B4-BE49-F238E27FC236}">
                <a16:creationId xmlns:a16="http://schemas.microsoft.com/office/drawing/2014/main" id="{1466410A-5489-BF0B-61C9-191EF5E594D4}"/>
              </a:ext>
            </a:extLst>
          </p:cNvPr>
          <p:cNvCxnSpPr>
            <a:cxnSpLocks/>
            <a:stCxn id="240" idx="3"/>
            <a:endCxn id="243" idx="1"/>
          </p:cNvCxnSpPr>
          <p:nvPr/>
        </p:nvCxnSpPr>
        <p:spPr>
          <a:xfrm flipV="1">
            <a:off x="975721" y="3482302"/>
            <a:ext cx="254280" cy="127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: Elbow 244">
            <a:extLst>
              <a:ext uri="{FF2B5EF4-FFF2-40B4-BE49-F238E27FC236}">
                <a16:creationId xmlns:a16="http://schemas.microsoft.com/office/drawing/2014/main" id="{590A63C3-DC81-4144-8BD2-90369D8C096F}"/>
              </a:ext>
            </a:extLst>
          </p:cNvPr>
          <p:cNvCxnSpPr>
            <a:cxnSpLocks/>
            <a:stCxn id="243" idx="3"/>
            <a:endCxn id="215" idx="1"/>
          </p:cNvCxnSpPr>
          <p:nvPr/>
        </p:nvCxnSpPr>
        <p:spPr>
          <a:xfrm>
            <a:off x="1750099" y="3482302"/>
            <a:ext cx="165210" cy="1017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5477390A-1389-4497-8157-B3E256298C68}"/>
              </a:ext>
            </a:extLst>
          </p:cNvPr>
          <p:cNvSpPr/>
          <p:nvPr/>
        </p:nvSpPr>
        <p:spPr>
          <a:xfrm>
            <a:off x="2999479" y="3275783"/>
            <a:ext cx="525799" cy="431994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F84D6456-80AA-D90F-2BF9-B6975A8A9781}"/>
              </a:ext>
            </a:extLst>
          </p:cNvPr>
          <p:cNvSpPr txBox="1"/>
          <p:nvPr/>
        </p:nvSpPr>
        <p:spPr>
          <a:xfrm>
            <a:off x="3010782" y="3318929"/>
            <a:ext cx="520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DAC</a:t>
            </a:r>
            <a:endParaRPr lang="en-GB" sz="1400" noProof="0" dirty="0"/>
          </a:p>
        </p:txBody>
      </p:sp>
      <p:cxnSp>
        <p:nvCxnSpPr>
          <p:cNvPr id="248" name="Connector: Elbow 247">
            <a:extLst>
              <a:ext uri="{FF2B5EF4-FFF2-40B4-BE49-F238E27FC236}">
                <a16:creationId xmlns:a16="http://schemas.microsoft.com/office/drawing/2014/main" id="{8C7E52BC-90EB-C352-798D-36E800E7B8D0}"/>
              </a:ext>
            </a:extLst>
          </p:cNvPr>
          <p:cNvCxnSpPr>
            <a:cxnSpLocks/>
            <a:stCxn id="219" idx="3"/>
            <a:endCxn id="246" idx="1"/>
          </p:cNvCxnSpPr>
          <p:nvPr/>
        </p:nvCxnSpPr>
        <p:spPr>
          <a:xfrm>
            <a:off x="2827768" y="3480131"/>
            <a:ext cx="171711" cy="1164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FEAC34F-19EF-7F45-7326-2C8E4BE0956E}"/>
              </a:ext>
            </a:extLst>
          </p:cNvPr>
          <p:cNvSpPr txBox="1"/>
          <p:nvPr/>
        </p:nvSpPr>
        <p:spPr>
          <a:xfrm>
            <a:off x="3981923" y="527141"/>
            <a:ext cx="168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noProof="0" dirty="0"/>
              <a:t>Measurements</a:t>
            </a:r>
          </a:p>
        </p:txBody>
      </p:sp>
    </p:spTree>
    <p:extLst>
      <p:ext uri="{BB962C8B-B14F-4D97-AF65-F5344CB8AC3E}">
        <p14:creationId xmlns:p14="http://schemas.microsoft.com/office/powerpoint/2010/main" val="4269679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F8222-4849-D9EA-A930-21AA5EDBE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54F037D-4483-0660-1713-A293AAA2A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910" y="236908"/>
            <a:ext cx="4500034" cy="30679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7559A2-13CE-E6E0-5DBB-28660DCBA1FD}"/>
              </a:ext>
            </a:extLst>
          </p:cNvPr>
          <p:cNvSpPr txBox="1"/>
          <p:nvPr/>
        </p:nvSpPr>
        <p:spPr>
          <a:xfrm>
            <a:off x="0" y="5487612"/>
            <a:ext cx="50290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noProof="0" dirty="0"/>
              <a:t>[1] W. Li, N. Wang, and J. Qi, “Direct Angle of Arrival (AOA) </a:t>
            </a:r>
            <a:r>
              <a:rPr lang="en-GB" sz="1000" noProof="0" dirty="0" err="1"/>
              <a:t>EstimationUsing</a:t>
            </a:r>
            <a:r>
              <a:rPr lang="en-GB" sz="1000" noProof="0" dirty="0"/>
              <a:t> a </a:t>
            </a:r>
            <a:r>
              <a:rPr lang="en-GB" sz="1000" noProof="0" dirty="0" err="1"/>
              <a:t>Metasurface</a:t>
            </a:r>
            <a:r>
              <a:rPr lang="en-GB" sz="1000" noProof="0" dirty="0"/>
              <a:t> Antenna With Single Frequency </a:t>
            </a:r>
            <a:r>
              <a:rPr lang="en-GB" sz="1000" noProof="0" dirty="0" err="1"/>
              <a:t>PhaselessMeasurements</a:t>
            </a:r>
            <a:r>
              <a:rPr lang="en-GB" sz="1000" noProof="0" dirty="0"/>
              <a:t> Obeyed Schwarz Inequality,” IEEE Transactions </a:t>
            </a:r>
            <a:r>
              <a:rPr lang="en-GB" sz="1000" noProof="0" dirty="0" err="1"/>
              <a:t>onMicrowave</a:t>
            </a:r>
            <a:r>
              <a:rPr lang="en-GB" sz="1000" noProof="0" dirty="0"/>
              <a:t> Theory and Techniques, vol. 72, no. 4, pp. 2677–2685, Apr.2024.</a:t>
            </a:r>
          </a:p>
          <a:p>
            <a:r>
              <a:rPr lang="" sz="1000" dirty="0"/>
              <a:t>[2] N. U. Hassan, J. An, M. Di Renzo, M. Debbah, and C. Yuen, “Efficient Beamforming and Radiation Pattern Control Using Stacked Intelligent Metasurfaces,” </a:t>
            </a:r>
            <a:r>
              <a:rPr lang="" sz="1000" i="1" dirty="0"/>
              <a:t>IEEE Open Journal of the Communications Society</a:t>
            </a:r>
            <a:r>
              <a:rPr lang="" sz="1000" dirty="0"/>
              <a:t>, vol. 5, pp. 599–611, 2024, doi: </a:t>
            </a:r>
            <a:r>
              <a:rPr lang="" sz="1000" dirty="0">
                <a:hlinkClick r:id="rId3"/>
              </a:rPr>
              <a:t>10.1109/OJCOMS.2023.3349155</a:t>
            </a:r>
            <a:r>
              <a:rPr lang="" sz="1000" dirty="0"/>
              <a:t>.</a:t>
            </a:r>
          </a:p>
          <a:p>
            <a:endParaRPr lang="en-GB" sz="1000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91EEE2-6A93-588A-E351-4E9CB3A4DC3D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93933-871D-43A0-B4A5-0050B42A6D23}" type="slidenum">
              <a:rPr lang="en-GB" noProof="0" smtClean="0"/>
              <a:t>12</a:t>
            </a:fld>
            <a:endParaRPr lang="en-GB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8105515-B2C2-3BE9-0700-EE999DCF98F6}"/>
              </a:ext>
            </a:extLst>
          </p:cNvPr>
          <p:cNvGrpSpPr>
            <a:grpSpLocks noChangeAspect="1"/>
          </p:cNvGrpSpPr>
          <p:nvPr/>
        </p:nvGrpSpPr>
        <p:grpSpPr>
          <a:xfrm>
            <a:off x="209599" y="244036"/>
            <a:ext cx="4504559" cy="2953456"/>
            <a:chOff x="32264" y="96752"/>
            <a:chExt cx="5630697" cy="3691817"/>
          </a:xfrm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2539B767-BFCD-406B-4582-CAA349E5AFA8}"/>
                </a:ext>
              </a:extLst>
            </p:cNvPr>
            <p:cNvGrpSpPr/>
            <p:nvPr/>
          </p:nvGrpSpPr>
          <p:grpSpPr>
            <a:xfrm>
              <a:off x="1525965" y="486488"/>
              <a:ext cx="1346920" cy="1872727"/>
              <a:chOff x="2507530" y="1530349"/>
              <a:chExt cx="1346920" cy="1872727"/>
            </a:xfrm>
          </p:grpSpPr>
          <p:sp>
            <p:nvSpPr>
              <p:cNvPr id="188" name="Parallelogram 187">
                <a:extLst>
                  <a:ext uri="{FF2B5EF4-FFF2-40B4-BE49-F238E27FC236}">
                    <a16:creationId xmlns:a16="http://schemas.microsoft.com/office/drawing/2014/main" id="{96BDF431-CCF1-654E-E6ED-93942841D2DF}"/>
                  </a:ext>
                </a:extLst>
              </p:cNvPr>
              <p:cNvSpPr/>
              <p:nvPr/>
            </p:nvSpPr>
            <p:spPr>
              <a:xfrm rot="16200000" flipV="1">
                <a:off x="2244626" y="1793253"/>
                <a:ext cx="1872727" cy="1346920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89" name="Parallelogram 188">
                <a:extLst>
                  <a:ext uri="{FF2B5EF4-FFF2-40B4-BE49-F238E27FC236}">
                    <a16:creationId xmlns:a16="http://schemas.microsoft.com/office/drawing/2014/main" id="{7F4FEDAB-3061-331D-E105-D6A2C8A02F6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537637" y="3111028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90" name="Parallelogram 189">
                <a:extLst>
                  <a:ext uri="{FF2B5EF4-FFF2-40B4-BE49-F238E27FC236}">
                    <a16:creationId xmlns:a16="http://schemas.microsoft.com/office/drawing/2014/main" id="{5F47FD37-4032-7BA8-D934-78F28A0A394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760564" y="2979526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91" name="Parallelogram 190">
                <a:extLst>
                  <a:ext uri="{FF2B5EF4-FFF2-40B4-BE49-F238E27FC236}">
                    <a16:creationId xmlns:a16="http://schemas.microsoft.com/office/drawing/2014/main" id="{A5B8E30B-8128-F5FC-B60D-B03DE60F222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962060" y="285385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92" name="Parallelogram 191">
                <a:extLst>
                  <a:ext uri="{FF2B5EF4-FFF2-40B4-BE49-F238E27FC236}">
                    <a16:creationId xmlns:a16="http://schemas.microsoft.com/office/drawing/2014/main" id="{36549BBE-BED3-7623-8AA3-70898B201B8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184987" y="2722351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93" name="Parallelogram 192">
                <a:extLst>
                  <a:ext uri="{FF2B5EF4-FFF2-40B4-BE49-F238E27FC236}">
                    <a16:creationId xmlns:a16="http://schemas.microsoft.com/office/drawing/2014/main" id="{C77C453B-C340-FD71-EA4B-65A77D9AF10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407913" y="2591916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94" name="Parallelogram 193">
                <a:extLst>
                  <a:ext uri="{FF2B5EF4-FFF2-40B4-BE49-F238E27FC236}">
                    <a16:creationId xmlns:a16="http://schemas.microsoft.com/office/drawing/2014/main" id="{4236F42A-EA20-F72B-FE94-EA13CA325ACA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630840" y="2460414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95" name="Parallelogram 194">
                <a:extLst>
                  <a:ext uri="{FF2B5EF4-FFF2-40B4-BE49-F238E27FC236}">
                    <a16:creationId xmlns:a16="http://schemas.microsoft.com/office/drawing/2014/main" id="{9861D309-4795-8DFF-82B5-0D47D04E8E0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528682" y="2869455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96" name="Parallelogram 195">
                <a:extLst>
                  <a:ext uri="{FF2B5EF4-FFF2-40B4-BE49-F238E27FC236}">
                    <a16:creationId xmlns:a16="http://schemas.microsoft.com/office/drawing/2014/main" id="{6FFFD46B-5CBA-D4E8-2C15-072DF84664C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751609" y="273795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97" name="Parallelogram 196">
                <a:extLst>
                  <a:ext uri="{FF2B5EF4-FFF2-40B4-BE49-F238E27FC236}">
                    <a16:creationId xmlns:a16="http://schemas.microsoft.com/office/drawing/2014/main" id="{68B937DC-F325-6132-0FF0-EB4AF90FBF2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953105" y="2612280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98" name="Parallelogram 197">
                <a:extLst>
                  <a:ext uri="{FF2B5EF4-FFF2-40B4-BE49-F238E27FC236}">
                    <a16:creationId xmlns:a16="http://schemas.microsoft.com/office/drawing/2014/main" id="{03BC7950-D467-6113-E809-A5F65D56FB6A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176032" y="2480778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99" name="Parallelogram 198">
                <a:extLst>
                  <a:ext uri="{FF2B5EF4-FFF2-40B4-BE49-F238E27FC236}">
                    <a16:creationId xmlns:a16="http://schemas.microsoft.com/office/drawing/2014/main" id="{F847C677-2E7B-F682-AE6D-9A16B4B496A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398958" y="235034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00" name="Parallelogram 199">
                <a:extLst>
                  <a:ext uri="{FF2B5EF4-FFF2-40B4-BE49-F238E27FC236}">
                    <a16:creationId xmlns:a16="http://schemas.microsoft.com/office/drawing/2014/main" id="{EC118079-1B21-1686-18BB-7E9BB4A03AD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621885" y="2218841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01" name="Parallelogram 200">
                <a:extLst>
                  <a:ext uri="{FF2B5EF4-FFF2-40B4-BE49-F238E27FC236}">
                    <a16:creationId xmlns:a16="http://schemas.microsoft.com/office/drawing/2014/main" id="{67551C21-C796-4E7C-DD80-937FDF09D7F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541381" y="2615105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02" name="Parallelogram 201">
                <a:extLst>
                  <a:ext uri="{FF2B5EF4-FFF2-40B4-BE49-F238E27FC236}">
                    <a16:creationId xmlns:a16="http://schemas.microsoft.com/office/drawing/2014/main" id="{73AB53E8-3C30-A2C5-C8FC-07F851C6B17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764308" y="248360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03" name="Parallelogram 202">
                <a:extLst>
                  <a:ext uri="{FF2B5EF4-FFF2-40B4-BE49-F238E27FC236}">
                    <a16:creationId xmlns:a16="http://schemas.microsoft.com/office/drawing/2014/main" id="{2DF71638-319E-D592-D876-3B3C47BB80A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965804" y="2357930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04" name="Parallelogram 203">
                <a:extLst>
                  <a:ext uri="{FF2B5EF4-FFF2-40B4-BE49-F238E27FC236}">
                    <a16:creationId xmlns:a16="http://schemas.microsoft.com/office/drawing/2014/main" id="{A9799460-9423-8CE0-640C-2B726F7B74C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188731" y="2226428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05" name="Parallelogram 204">
                <a:extLst>
                  <a:ext uri="{FF2B5EF4-FFF2-40B4-BE49-F238E27FC236}">
                    <a16:creationId xmlns:a16="http://schemas.microsoft.com/office/drawing/2014/main" id="{C5F72441-6B62-C65F-5022-DAFA6C55BB2A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411657" y="209599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06" name="Parallelogram 205">
                <a:extLst>
                  <a:ext uri="{FF2B5EF4-FFF2-40B4-BE49-F238E27FC236}">
                    <a16:creationId xmlns:a16="http://schemas.microsoft.com/office/drawing/2014/main" id="{CC84D231-CEAE-5C72-1CA4-2BD1A791DA0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634584" y="1964491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07" name="Parallelogram 206">
                <a:extLst>
                  <a:ext uri="{FF2B5EF4-FFF2-40B4-BE49-F238E27FC236}">
                    <a16:creationId xmlns:a16="http://schemas.microsoft.com/office/drawing/2014/main" id="{0697B622-B128-EB77-8B76-1243AF422F3A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532426" y="2367182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08" name="Parallelogram 207">
                <a:extLst>
                  <a:ext uri="{FF2B5EF4-FFF2-40B4-BE49-F238E27FC236}">
                    <a16:creationId xmlns:a16="http://schemas.microsoft.com/office/drawing/2014/main" id="{F99C1341-1107-8B32-6934-3DFBA350017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755353" y="2235680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09" name="Parallelogram 208">
                <a:extLst>
                  <a:ext uri="{FF2B5EF4-FFF2-40B4-BE49-F238E27FC236}">
                    <a16:creationId xmlns:a16="http://schemas.microsoft.com/office/drawing/2014/main" id="{2F30ABAF-B030-96C2-3BAE-69BA0776455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956849" y="2110007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10" name="Parallelogram 209">
                <a:extLst>
                  <a:ext uri="{FF2B5EF4-FFF2-40B4-BE49-F238E27FC236}">
                    <a16:creationId xmlns:a16="http://schemas.microsoft.com/office/drawing/2014/main" id="{154998DD-EEBB-B92D-4A80-B4F8CA0481A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179776" y="1978505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11" name="Parallelogram 210">
                <a:extLst>
                  <a:ext uri="{FF2B5EF4-FFF2-40B4-BE49-F238E27FC236}">
                    <a16:creationId xmlns:a16="http://schemas.microsoft.com/office/drawing/2014/main" id="{71D8C23F-31CE-5817-6BDD-4283D773168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402702" y="1848070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12" name="Parallelogram 211">
                <a:extLst>
                  <a:ext uri="{FF2B5EF4-FFF2-40B4-BE49-F238E27FC236}">
                    <a16:creationId xmlns:a16="http://schemas.microsoft.com/office/drawing/2014/main" id="{21CB7081-6194-5D5D-6E1E-0AC3C6EA3A6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625629" y="1716568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</p:grp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E33D9972-8741-442E-51EE-E9256E878A5B}"/>
                </a:ext>
              </a:extLst>
            </p:cNvPr>
            <p:cNvGrpSpPr/>
            <p:nvPr/>
          </p:nvGrpSpPr>
          <p:grpSpPr>
            <a:xfrm>
              <a:off x="1940915" y="563075"/>
              <a:ext cx="1346920" cy="1872727"/>
              <a:chOff x="2507530" y="1530349"/>
              <a:chExt cx="1346920" cy="1872727"/>
            </a:xfrm>
          </p:grpSpPr>
          <p:sp>
            <p:nvSpPr>
              <p:cNvPr id="162" name="Parallelogram 161">
                <a:extLst>
                  <a:ext uri="{FF2B5EF4-FFF2-40B4-BE49-F238E27FC236}">
                    <a16:creationId xmlns:a16="http://schemas.microsoft.com/office/drawing/2014/main" id="{3B447989-50CB-26EC-58AA-7E6D1666C7C1}"/>
                  </a:ext>
                </a:extLst>
              </p:cNvPr>
              <p:cNvSpPr/>
              <p:nvPr/>
            </p:nvSpPr>
            <p:spPr>
              <a:xfrm rot="16200000" flipV="1">
                <a:off x="2244626" y="1793253"/>
                <a:ext cx="1872727" cy="1346920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63" name="Parallelogram 162">
                <a:extLst>
                  <a:ext uri="{FF2B5EF4-FFF2-40B4-BE49-F238E27FC236}">
                    <a16:creationId xmlns:a16="http://schemas.microsoft.com/office/drawing/2014/main" id="{0EABBF58-5AE2-393B-5F48-962B4FBD024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537637" y="3111028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64" name="Parallelogram 163">
                <a:extLst>
                  <a:ext uri="{FF2B5EF4-FFF2-40B4-BE49-F238E27FC236}">
                    <a16:creationId xmlns:a16="http://schemas.microsoft.com/office/drawing/2014/main" id="{4957D659-3C27-3EB3-88B7-FB56CAFB6BB8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760564" y="2979526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65" name="Parallelogram 164">
                <a:extLst>
                  <a:ext uri="{FF2B5EF4-FFF2-40B4-BE49-F238E27FC236}">
                    <a16:creationId xmlns:a16="http://schemas.microsoft.com/office/drawing/2014/main" id="{E6F8289E-C9AD-A095-0E20-46C904BAE4B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962060" y="285385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66" name="Parallelogram 165">
                <a:extLst>
                  <a:ext uri="{FF2B5EF4-FFF2-40B4-BE49-F238E27FC236}">
                    <a16:creationId xmlns:a16="http://schemas.microsoft.com/office/drawing/2014/main" id="{45B78EB4-9FF8-2442-C519-86538233414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184987" y="2722351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67" name="Parallelogram 166">
                <a:extLst>
                  <a:ext uri="{FF2B5EF4-FFF2-40B4-BE49-F238E27FC236}">
                    <a16:creationId xmlns:a16="http://schemas.microsoft.com/office/drawing/2014/main" id="{CAF28843-B1EE-5C69-7984-E071618BE22A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407913" y="2591916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68" name="Parallelogram 167">
                <a:extLst>
                  <a:ext uri="{FF2B5EF4-FFF2-40B4-BE49-F238E27FC236}">
                    <a16:creationId xmlns:a16="http://schemas.microsoft.com/office/drawing/2014/main" id="{5DF9745A-80FC-31B3-6736-C622D466096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630840" y="2460414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69" name="Parallelogram 168">
                <a:extLst>
                  <a:ext uri="{FF2B5EF4-FFF2-40B4-BE49-F238E27FC236}">
                    <a16:creationId xmlns:a16="http://schemas.microsoft.com/office/drawing/2014/main" id="{DF016C34-D260-5CF1-D6A0-C94361B3F47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528682" y="2869455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70" name="Parallelogram 169">
                <a:extLst>
                  <a:ext uri="{FF2B5EF4-FFF2-40B4-BE49-F238E27FC236}">
                    <a16:creationId xmlns:a16="http://schemas.microsoft.com/office/drawing/2014/main" id="{66C529CF-A9D2-C3BD-7222-97030FAA58E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751609" y="273795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71" name="Parallelogram 170">
                <a:extLst>
                  <a:ext uri="{FF2B5EF4-FFF2-40B4-BE49-F238E27FC236}">
                    <a16:creationId xmlns:a16="http://schemas.microsoft.com/office/drawing/2014/main" id="{82A89FBA-D559-9457-BE52-454AB76FABD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953105" y="2612280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72" name="Parallelogram 171">
                <a:extLst>
                  <a:ext uri="{FF2B5EF4-FFF2-40B4-BE49-F238E27FC236}">
                    <a16:creationId xmlns:a16="http://schemas.microsoft.com/office/drawing/2014/main" id="{13A35B73-15C2-090C-BA71-81910871574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176032" y="2480778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73" name="Parallelogram 172">
                <a:extLst>
                  <a:ext uri="{FF2B5EF4-FFF2-40B4-BE49-F238E27FC236}">
                    <a16:creationId xmlns:a16="http://schemas.microsoft.com/office/drawing/2014/main" id="{140E5A59-F84C-9518-EA2E-9D45DE6BF805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398958" y="235034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74" name="Parallelogram 173">
                <a:extLst>
                  <a:ext uri="{FF2B5EF4-FFF2-40B4-BE49-F238E27FC236}">
                    <a16:creationId xmlns:a16="http://schemas.microsoft.com/office/drawing/2014/main" id="{5D7DA8BF-7E92-E62F-EA47-D48BEA06076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621885" y="2218841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75" name="Parallelogram 174">
                <a:extLst>
                  <a:ext uri="{FF2B5EF4-FFF2-40B4-BE49-F238E27FC236}">
                    <a16:creationId xmlns:a16="http://schemas.microsoft.com/office/drawing/2014/main" id="{5DEA5DD5-1AB9-FB03-9A38-71E61A97000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541381" y="2615105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76" name="Parallelogram 175">
                <a:extLst>
                  <a:ext uri="{FF2B5EF4-FFF2-40B4-BE49-F238E27FC236}">
                    <a16:creationId xmlns:a16="http://schemas.microsoft.com/office/drawing/2014/main" id="{67DF238B-B629-887C-6D3B-F2157404B04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764308" y="248360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77" name="Parallelogram 176">
                <a:extLst>
                  <a:ext uri="{FF2B5EF4-FFF2-40B4-BE49-F238E27FC236}">
                    <a16:creationId xmlns:a16="http://schemas.microsoft.com/office/drawing/2014/main" id="{42BF2D88-8BC1-D725-F731-177DE0210CA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965804" y="2357930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78" name="Parallelogram 177">
                <a:extLst>
                  <a:ext uri="{FF2B5EF4-FFF2-40B4-BE49-F238E27FC236}">
                    <a16:creationId xmlns:a16="http://schemas.microsoft.com/office/drawing/2014/main" id="{8B405474-D07F-3C7C-5227-7C1CFC37FB15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188731" y="2226428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79" name="Parallelogram 178">
                <a:extLst>
                  <a:ext uri="{FF2B5EF4-FFF2-40B4-BE49-F238E27FC236}">
                    <a16:creationId xmlns:a16="http://schemas.microsoft.com/office/drawing/2014/main" id="{9B4972FC-2471-38C3-001A-9F542C01895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411657" y="209599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80" name="Parallelogram 179">
                <a:extLst>
                  <a:ext uri="{FF2B5EF4-FFF2-40B4-BE49-F238E27FC236}">
                    <a16:creationId xmlns:a16="http://schemas.microsoft.com/office/drawing/2014/main" id="{1A815400-E12D-9CFA-79CA-EC225C83B07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634584" y="1964491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81" name="Parallelogram 180">
                <a:extLst>
                  <a:ext uri="{FF2B5EF4-FFF2-40B4-BE49-F238E27FC236}">
                    <a16:creationId xmlns:a16="http://schemas.microsoft.com/office/drawing/2014/main" id="{ADB06BEC-9DBF-E26E-390B-81F744313D65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532426" y="2367182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82" name="Parallelogram 181">
                <a:extLst>
                  <a:ext uri="{FF2B5EF4-FFF2-40B4-BE49-F238E27FC236}">
                    <a16:creationId xmlns:a16="http://schemas.microsoft.com/office/drawing/2014/main" id="{C1619CD2-EE4D-BE4B-67E5-40F5F962901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755353" y="2235680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83" name="Parallelogram 182">
                <a:extLst>
                  <a:ext uri="{FF2B5EF4-FFF2-40B4-BE49-F238E27FC236}">
                    <a16:creationId xmlns:a16="http://schemas.microsoft.com/office/drawing/2014/main" id="{0AC9127F-6303-E63D-B46D-77480477BC5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956849" y="2110007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84" name="Parallelogram 183">
                <a:extLst>
                  <a:ext uri="{FF2B5EF4-FFF2-40B4-BE49-F238E27FC236}">
                    <a16:creationId xmlns:a16="http://schemas.microsoft.com/office/drawing/2014/main" id="{7CD8CB1B-790E-E73F-046A-E9D500EC4DB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179776" y="1978505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85" name="Parallelogram 184">
                <a:extLst>
                  <a:ext uri="{FF2B5EF4-FFF2-40B4-BE49-F238E27FC236}">
                    <a16:creationId xmlns:a16="http://schemas.microsoft.com/office/drawing/2014/main" id="{B2817B5D-8440-47E2-1918-8E7DCF9FB15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402702" y="1848070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86" name="Parallelogram 185">
                <a:extLst>
                  <a:ext uri="{FF2B5EF4-FFF2-40B4-BE49-F238E27FC236}">
                    <a16:creationId xmlns:a16="http://schemas.microsoft.com/office/drawing/2014/main" id="{2C424AFE-F25A-A6CF-24DF-3029D47E8C08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625629" y="1716568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8CE83187-CBDC-D3CF-989F-C9336F56E135}"/>
                </a:ext>
              </a:extLst>
            </p:cNvPr>
            <p:cNvGrpSpPr/>
            <p:nvPr/>
          </p:nvGrpSpPr>
          <p:grpSpPr>
            <a:xfrm>
              <a:off x="2320382" y="676163"/>
              <a:ext cx="1346920" cy="1872727"/>
              <a:chOff x="2507530" y="1530349"/>
              <a:chExt cx="1346920" cy="1872727"/>
            </a:xfrm>
          </p:grpSpPr>
          <p:sp>
            <p:nvSpPr>
              <p:cNvPr id="132" name="Parallelogram 131">
                <a:extLst>
                  <a:ext uri="{FF2B5EF4-FFF2-40B4-BE49-F238E27FC236}">
                    <a16:creationId xmlns:a16="http://schemas.microsoft.com/office/drawing/2014/main" id="{389D842F-5087-C415-632F-C17EF74AEB44}"/>
                  </a:ext>
                </a:extLst>
              </p:cNvPr>
              <p:cNvSpPr/>
              <p:nvPr/>
            </p:nvSpPr>
            <p:spPr>
              <a:xfrm rot="16200000" flipV="1">
                <a:off x="2244626" y="1793253"/>
                <a:ext cx="1872727" cy="1346920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33" name="Parallelogram 132">
                <a:extLst>
                  <a:ext uri="{FF2B5EF4-FFF2-40B4-BE49-F238E27FC236}">
                    <a16:creationId xmlns:a16="http://schemas.microsoft.com/office/drawing/2014/main" id="{9B36A0AF-6EEE-7F88-54C5-DD478FE7500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537637" y="3111028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34" name="Parallelogram 133">
                <a:extLst>
                  <a:ext uri="{FF2B5EF4-FFF2-40B4-BE49-F238E27FC236}">
                    <a16:creationId xmlns:a16="http://schemas.microsoft.com/office/drawing/2014/main" id="{F79AFF11-816D-ADCF-1FE4-E93417E281E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760564" y="2979526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35" name="Parallelogram 134">
                <a:extLst>
                  <a:ext uri="{FF2B5EF4-FFF2-40B4-BE49-F238E27FC236}">
                    <a16:creationId xmlns:a16="http://schemas.microsoft.com/office/drawing/2014/main" id="{97D57F16-4ED9-349D-8D2C-1711EEB3814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962060" y="285385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36" name="Parallelogram 135">
                <a:extLst>
                  <a:ext uri="{FF2B5EF4-FFF2-40B4-BE49-F238E27FC236}">
                    <a16:creationId xmlns:a16="http://schemas.microsoft.com/office/drawing/2014/main" id="{F3550566-8140-4541-5927-A75D4104888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184987" y="2722351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37" name="Parallelogram 136">
                <a:extLst>
                  <a:ext uri="{FF2B5EF4-FFF2-40B4-BE49-F238E27FC236}">
                    <a16:creationId xmlns:a16="http://schemas.microsoft.com/office/drawing/2014/main" id="{141AF0C5-85ED-E5C7-6B47-78FDFC2D9075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407913" y="2591916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38" name="Parallelogram 137">
                <a:extLst>
                  <a:ext uri="{FF2B5EF4-FFF2-40B4-BE49-F238E27FC236}">
                    <a16:creationId xmlns:a16="http://schemas.microsoft.com/office/drawing/2014/main" id="{1E8F6AFE-C13C-6D9B-0309-9C51F3B3A3A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630840" y="2460414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39" name="Parallelogram 138">
                <a:extLst>
                  <a:ext uri="{FF2B5EF4-FFF2-40B4-BE49-F238E27FC236}">
                    <a16:creationId xmlns:a16="http://schemas.microsoft.com/office/drawing/2014/main" id="{8501CA10-8A3B-378C-E434-30787F9C12D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528682" y="2869455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40" name="Parallelogram 139">
                <a:extLst>
                  <a:ext uri="{FF2B5EF4-FFF2-40B4-BE49-F238E27FC236}">
                    <a16:creationId xmlns:a16="http://schemas.microsoft.com/office/drawing/2014/main" id="{DBF93D2F-957E-C6B6-BB8D-E2795085935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751609" y="273795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41" name="Parallelogram 140">
                <a:extLst>
                  <a:ext uri="{FF2B5EF4-FFF2-40B4-BE49-F238E27FC236}">
                    <a16:creationId xmlns:a16="http://schemas.microsoft.com/office/drawing/2014/main" id="{4A99FD1C-498F-0D34-613B-32A70E1F982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953105" y="2612280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42" name="Parallelogram 141">
                <a:extLst>
                  <a:ext uri="{FF2B5EF4-FFF2-40B4-BE49-F238E27FC236}">
                    <a16:creationId xmlns:a16="http://schemas.microsoft.com/office/drawing/2014/main" id="{BEEC75E1-F9B0-418D-7AB8-F86ABE206F9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176032" y="2480778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43" name="Parallelogram 142">
                <a:extLst>
                  <a:ext uri="{FF2B5EF4-FFF2-40B4-BE49-F238E27FC236}">
                    <a16:creationId xmlns:a16="http://schemas.microsoft.com/office/drawing/2014/main" id="{97234940-9814-676C-EDB5-78AE72AF871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398958" y="235034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44" name="Parallelogram 143">
                <a:extLst>
                  <a:ext uri="{FF2B5EF4-FFF2-40B4-BE49-F238E27FC236}">
                    <a16:creationId xmlns:a16="http://schemas.microsoft.com/office/drawing/2014/main" id="{B9FB4AC7-00A9-FF7C-DB0E-57C073998BF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621885" y="2218841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45" name="Parallelogram 144">
                <a:extLst>
                  <a:ext uri="{FF2B5EF4-FFF2-40B4-BE49-F238E27FC236}">
                    <a16:creationId xmlns:a16="http://schemas.microsoft.com/office/drawing/2014/main" id="{C0E1F8C6-ED61-DF47-AF2D-4AB6923F831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541381" y="2615105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47" name="Parallelogram 146">
                <a:extLst>
                  <a:ext uri="{FF2B5EF4-FFF2-40B4-BE49-F238E27FC236}">
                    <a16:creationId xmlns:a16="http://schemas.microsoft.com/office/drawing/2014/main" id="{6A1B8F89-EF3D-6697-E8EB-EA348D2CEAA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764308" y="248360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49" name="Parallelogram 148">
                <a:extLst>
                  <a:ext uri="{FF2B5EF4-FFF2-40B4-BE49-F238E27FC236}">
                    <a16:creationId xmlns:a16="http://schemas.microsoft.com/office/drawing/2014/main" id="{C4CB6945-5F1D-02F5-14F9-A96D3FDF26E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965804" y="2357930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50" name="Parallelogram 149">
                <a:extLst>
                  <a:ext uri="{FF2B5EF4-FFF2-40B4-BE49-F238E27FC236}">
                    <a16:creationId xmlns:a16="http://schemas.microsoft.com/office/drawing/2014/main" id="{B5898C8F-B376-CBF4-4A27-A2434AEDC4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188731" y="2226428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51" name="Parallelogram 150">
                <a:extLst>
                  <a:ext uri="{FF2B5EF4-FFF2-40B4-BE49-F238E27FC236}">
                    <a16:creationId xmlns:a16="http://schemas.microsoft.com/office/drawing/2014/main" id="{8DCC825D-9F1F-64B9-2C31-616318F1A94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411657" y="209599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52" name="Parallelogram 151">
                <a:extLst>
                  <a:ext uri="{FF2B5EF4-FFF2-40B4-BE49-F238E27FC236}">
                    <a16:creationId xmlns:a16="http://schemas.microsoft.com/office/drawing/2014/main" id="{117B2A11-DEA8-3875-1B0C-AB0C84CA7C2A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634584" y="1964491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54" name="Parallelogram 153">
                <a:extLst>
                  <a:ext uri="{FF2B5EF4-FFF2-40B4-BE49-F238E27FC236}">
                    <a16:creationId xmlns:a16="http://schemas.microsoft.com/office/drawing/2014/main" id="{19C3D0E6-E727-8113-3801-A8C714CA02E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532426" y="2367182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56" name="Parallelogram 155">
                <a:extLst>
                  <a:ext uri="{FF2B5EF4-FFF2-40B4-BE49-F238E27FC236}">
                    <a16:creationId xmlns:a16="http://schemas.microsoft.com/office/drawing/2014/main" id="{108CA3A1-3BAF-3D76-577E-0DFEC6E3671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755353" y="2235680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57" name="Parallelogram 156">
                <a:extLst>
                  <a:ext uri="{FF2B5EF4-FFF2-40B4-BE49-F238E27FC236}">
                    <a16:creationId xmlns:a16="http://schemas.microsoft.com/office/drawing/2014/main" id="{09C391E6-6B31-0ACE-FC2C-16B679D3100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956849" y="2110007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58" name="Parallelogram 157">
                <a:extLst>
                  <a:ext uri="{FF2B5EF4-FFF2-40B4-BE49-F238E27FC236}">
                    <a16:creationId xmlns:a16="http://schemas.microsoft.com/office/drawing/2014/main" id="{D41B09A3-EE1B-E4A9-E06F-6A7621D85A1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179776" y="1978505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59" name="Parallelogram 158">
                <a:extLst>
                  <a:ext uri="{FF2B5EF4-FFF2-40B4-BE49-F238E27FC236}">
                    <a16:creationId xmlns:a16="http://schemas.microsoft.com/office/drawing/2014/main" id="{C320BB2B-DC89-067E-092A-D5E6953C8068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402702" y="1848070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60" name="Parallelogram 159">
                <a:extLst>
                  <a:ext uri="{FF2B5EF4-FFF2-40B4-BE49-F238E27FC236}">
                    <a16:creationId xmlns:a16="http://schemas.microsoft.com/office/drawing/2014/main" id="{C81D843E-601F-D3B7-49A2-101D170778EA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625629" y="1716568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5D14CF-0B59-B59F-98E1-0E0A6F9B2204}"/>
                </a:ext>
              </a:extLst>
            </p:cNvPr>
            <p:cNvSpPr txBox="1"/>
            <p:nvPr/>
          </p:nvSpPr>
          <p:spPr>
            <a:xfrm>
              <a:off x="2758144" y="96752"/>
              <a:ext cx="1272383" cy="346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noProof="0" dirty="0"/>
                <a:t>Beamformer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2EBE8EAE-0B3A-DB77-AEC2-C6806F541917}"/>
                </a:ext>
              </a:extLst>
            </p:cNvPr>
            <p:cNvGrpSpPr/>
            <p:nvPr/>
          </p:nvGrpSpPr>
          <p:grpSpPr>
            <a:xfrm>
              <a:off x="2796163" y="838093"/>
              <a:ext cx="1346920" cy="1872727"/>
              <a:chOff x="2507530" y="1530349"/>
              <a:chExt cx="1346920" cy="1872727"/>
            </a:xfrm>
          </p:grpSpPr>
          <p:sp>
            <p:nvSpPr>
              <p:cNvPr id="80" name="Parallelogram 79">
                <a:extLst>
                  <a:ext uri="{FF2B5EF4-FFF2-40B4-BE49-F238E27FC236}">
                    <a16:creationId xmlns:a16="http://schemas.microsoft.com/office/drawing/2014/main" id="{2D599575-0D6A-8A0B-25F7-9E0D217A29D3}"/>
                  </a:ext>
                </a:extLst>
              </p:cNvPr>
              <p:cNvSpPr/>
              <p:nvPr/>
            </p:nvSpPr>
            <p:spPr>
              <a:xfrm rot="16200000" flipV="1">
                <a:off x="2244626" y="1793253"/>
                <a:ext cx="1872727" cy="1346920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3" name="Parallelogram 12">
                <a:extLst>
                  <a:ext uri="{FF2B5EF4-FFF2-40B4-BE49-F238E27FC236}">
                    <a16:creationId xmlns:a16="http://schemas.microsoft.com/office/drawing/2014/main" id="{0CA41632-51E7-448C-F999-B7C594F9CE3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537637" y="3111028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5" name="Parallelogram 14">
                <a:extLst>
                  <a:ext uri="{FF2B5EF4-FFF2-40B4-BE49-F238E27FC236}">
                    <a16:creationId xmlns:a16="http://schemas.microsoft.com/office/drawing/2014/main" id="{15B50D5C-2049-9E9B-26FE-4EBF2FB3E1E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760564" y="2979526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7" name="Parallelogram 16">
                <a:extLst>
                  <a:ext uri="{FF2B5EF4-FFF2-40B4-BE49-F238E27FC236}">
                    <a16:creationId xmlns:a16="http://schemas.microsoft.com/office/drawing/2014/main" id="{F65999FA-FBB0-06C7-553A-A110BBD4044A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962060" y="285385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19" name="Parallelogram 18">
                <a:extLst>
                  <a:ext uri="{FF2B5EF4-FFF2-40B4-BE49-F238E27FC236}">
                    <a16:creationId xmlns:a16="http://schemas.microsoft.com/office/drawing/2014/main" id="{36F01448-7A96-3E5C-231E-1C8E717894C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184987" y="2722351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1" name="Parallelogram 20">
                <a:extLst>
                  <a:ext uri="{FF2B5EF4-FFF2-40B4-BE49-F238E27FC236}">
                    <a16:creationId xmlns:a16="http://schemas.microsoft.com/office/drawing/2014/main" id="{F5F33D65-A17D-5EF2-A1D9-889933BB197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407913" y="2591916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3" name="Parallelogram 22">
                <a:extLst>
                  <a:ext uri="{FF2B5EF4-FFF2-40B4-BE49-F238E27FC236}">
                    <a16:creationId xmlns:a16="http://schemas.microsoft.com/office/drawing/2014/main" id="{B53DBB64-6CC1-F860-82D9-4F5C8FF6A95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630840" y="2460414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5" name="Parallelogram 24">
                <a:extLst>
                  <a:ext uri="{FF2B5EF4-FFF2-40B4-BE49-F238E27FC236}">
                    <a16:creationId xmlns:a16="http://schemas.microsoft.com/office/drawing/2014/main" id="{B265E8A0-F4DF-1A7C-4772-AFA7240B538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528682" y="2869455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7" name="Parallelogram 26">
                <a:extLst>
                  <a:ext uri="{FF2B5EF4-FFF2-40B4-BE49-F238E27FC236}">
                    <a16:creationId xmlns:a16="http://schemas.microsoft.com/office/drawing/2014/main" id="{DF57E44D-3AFD-203B-B23D-D4B4153ED8D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751609" y="273795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29" name="Parallelogram 28">
                <a:extLst>
                  <a:ext uri="{FF2B5EF4-FFF2-40B4-BE49-F238E27FC236}">
                    <a16:creationId xmlns:a16="http://schemas.microsoft.com/office/drawing/2014/main" id="{C20B457D-5B07-E69F-FCFF-3AB5EC49D69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953105" y="2612280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31" name="Parallelogram 30">
                <a:extLst>
                  <a:ext uri="{FF2B5EF4-FFF2-40B4-BE49-F238E27FC236}">
                    <a16:creationId xmlns:a16="http://schemas.microsoft.com/office/drawing/2014/main" id="{85A1C6B1-9C2F-D3BB-67E5-0752B7E3381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176032" y="2480778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33" name="Parallelogram 32">
                <a:extLst>
                  <a:ext uri="{FF2B5EF4-FFF2-40B4-BE49-F238E27FC236}">
                    <a16:creationId xmlns:a16="http://schemas.microsoft.com/office/drawing/2014/main" id="{6DB72EAF-038A-36D7-8E2C-1EF18A69382A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398958" y="235034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35" name="Parallelogram 34">
                <a:extLst>
                  <a:ext uri="{FF2B5EF4-FFF2-40B4-BE49-F238E27FC236}">
                    <a16:creationId xmlns:a16="http://schemas.microsoft.com/office/drawing/2014/main" id="{F62479D0-908F-CFFA-56F1-71A65985EB6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621885" y="2218841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37" name="Parallelogram 36">
                <a:extLst>
                  <a:ext uri="{FF2B5EF4-FFF2-40B4-BE49-F238E27FC236}">
                    <a16:creationId xmlns:a16="http://schemas.microsoft.com/office/drawing/2014/main" id="{710DA55D-415F-2534-3DF0-3EDFFC3F965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541381" y="2615105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39" name="Parallelogram 38">
                <a:extLst>
                  <a:ext uri="{FF2B5EF4-FFF2-40B4-BE49-F238E27FC236}">
                    <a16:creationId xmlns:a16="http://schemas.microsoft.com/office/drawing/2014/main" id="{924C0505-5F6B-739A-BF12-5276AE4A535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764308" y="248360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41" name="Parallelogram 40">
                <a:extLst>
                  <a:ext uri="{FF2B5EF4-FFF2-40B4-BE49-F238E27FC236}">
                    <a16:creationId xmlns:a16="http://schemas.microsoft.com/office/drawing/2014/main" id="{2BC3AFDE-6326-6A8C-4865-BB21FA83A83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965804" y="2357930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43" name="Parallelogram 42">
                <a:extLst>
                  <a:ext uri="{FF2B5EF4-FFF2-40B4-BE49-F238E27FC236}">
                    <a16:creationId xmlns:a16="http://schemas.microsoft.com/office/drawing/2014/main" id="{795F0C99-7516-B2A4-362B-E133444028D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188731" y="2226428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45" name="Parallelogram 44">
                <a:extLst>
                  <a:ext uri="{FF2B5EF4-FFF2-40B4-BE49-F238E27FC236}">
                    <a16:creationId xmlns:a16="http://schemas.microsoft.com/office/drawing/2014/main" id="{03FAFB80-D599-394B-A403-5D0032876C4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411657" y="2095993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47" name="Parallelogram 46">
                <a:extLst>
                  <a:ext uri="{FF2B5EF4-FFF2-40B4-BE49-F238E27FC236}">
                    <a16:creationId xmlns:a16="http://schemas.microsoft.com/office/drawing/2014/main" id="{170EC10A-D88A-59E2-74E0-2AC1C16B3A4A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634584" y="1964491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49" name="Parallelogram 48">
                <a:extLst>
                  <a:ext uri="{FF2B5EF4-FFF2-40B4-BE49-F238E27FC236}">
                    <a16:creationId xmlns:a16="http://schemas.microsoft.com/office/drawing/2014/main" id="{1DDC0C97-00D0-0313-CC82-1B5F7664542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532426" y="2367182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51" name="Parallelogram 50">
                <a:extLst>
                  <a:ext uri="{FF2B5EF4-FFF2-40B4-BE49-F238E27FC236}">
                    <a16:creationId xmlns:a16="http://schemas.microsoft.com/office/drawing/2014/main" id="{5D23F332-0FEB-A79E-F8E3-A66E135F54F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755353" y="2235680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53" name="Parallelogram 52">
                <a:extLst>
                  <a:ext uri="{FF2B5EF4-FFF2-40B4-BE49-F238E27FC236}">
                    <a16:creationId xmlns:a16="http://schemas.microsoft.com/office/drawing/2014/main" id="{23D9D1DC-27B7-60D3-5B41-696E8F6F41F8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956849" y="2110007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55" name="Parallelogram 54">
                <a:extLst>
                  <a:ext uri="{FF2B5EF4-FFF2-40B4-BE49-F238E27FC236}">
                    <a16:creationId xmlns:a16="http://schemas.microsoft.com/office/drawing/2014/main" id="{3474E9D9-B704-2DFC-9B42-063D934664E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179776" y="1978505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57" name="Parallelogram 56">
                <a:extLst>
                  <a:ext uri="{FF2B5EF4-FFF2-40B4-BE49-F238E27FC236}">
                    <a16:creationId xmlns:a16="http://schemas.microsoft.com/office/drawing/2014/main" id="{6929C93D-A46B-3E49-DBE0-326E1766C50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402702" y="1848070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  <p:sp>
            <p:nvSpPr>
              <p:cNvPr id="59" name="Parallelogram 58">
                <a:extLst>
                  <a:ext uri="{FF2B5EF4-FFF2-40B4-BE49-F238E27FC236}">
                    <a16:creationId xmlns:a16="http://schemas.microsoft.com/office/drawing/2014/main" id="{0F8FE8EB-DC44-767E-D61E-3A43294E700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3625629" y="1716568"/>
                <a:ext cx="204788" cy="137991"/>
              </a:xfrm>
              <a:prstGeom prst="parallelogram">
                <a:avLst>
                  <a:gd name="adj" fmla="val 61083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noProof="0" dirty="0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FE4725DD-1F2D-EA65-DD84-32B25C7772FD}"/>
                </a:ext>
              </a:extLst>
            </p:cNvPr>
            <p:cNvGrpSpPr>
              <a:grpSpLocks noChangeAspect="1"/>
            </p:cNvGrpSpPr>
            <p:nvPr/>
          </p:nvGrpSpPr>
          <p:grpSpPr>
            <a:xfrm rot="9175072">
              <a:off x="4691913" y="1621410"/>
              <a:ext cx="358402" cy="738624"/>
              <a:chOff x="1562125" y="646334"/>
              <a:chExt cx="503836" cy="1038348"/>
            </a:xfrm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E0B6B5E5-D707-C58A-3DA3-30CFCFF8D8FE}"/>
                  </a:ext>
                </a:extLst>
              </p:cNvPr>
              <p:cNvSpPr/>
              <p:nvPr/>
            </p:nvSpPr>
            <p:spPr>
              <a:xfrm rot="3269968" flipV="1">
                <a:off x="1310379" y="1127408"/>
                <a:ext cx="1038348" cy="76200"/>
              </a:xfrm>
              <a:custGeom>
                <a:avLst/>
                <a:gdLst>
                  <a:gd name="connsiteX0" fmla="*/ 0 w 4991100"/>
                  <a:gd name="connsiteY0" fmla="*/ 914404 h 914418"/>
                  <a:gd name="connsiteX1" fmla="*/ 901700 w 4991100"/>
                  <a:gd name="connsiteY1" fmla="*/ 25404 h 914418"/>
                  <a:gd name="connsiteX2" fmla="*/ 1816100 w 4991100"/>
                  <a:gd name="connsiteY2" fmla="*/ 914404 h 914418"/>
                  <a:gd name="connsiteX3" fmla="*/ 2717800 w 4991100"/>
                  <a:gd name="connsiteY3" fmla="*/ 4 h 914418"/>
                  <a:gd name="connsiteX4" fmla="*/ 3644900 w 4991100"/>
                  <a:gd name="connsiteY4" fmla="*/ 901704 h 914418"/>
                  <a:gd name="connsiteX5" fmla="*/ 4533900 w 4991100"/>
                  <a:gd name="connsiteY5" fmla="*/ 457204 h 914418"/>
                  <a:gd name="connsiteX6" fmla="*/ 4991100 w 4991100"/>
                  <a:gd name="connsiteY6" fmla="*/ 355604 h 914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991100" h="914418">
                    <a:moveTo>
                      <a:pt x="0" y="914404"/>
                    </a:moveTo>
                    <a:cubicBezTo>
                      <a:pt x="299508" y="469904"/>
                      <a:pt x="599017" y="25404"/>
                      <a:pt x="901700" y="25404"/>
                    </a:cubicBezTo>
                    <a:cubicBezTo>
                      <a:pt x="1204383" y="25404"/>
                      <a:pt x="1513417" y="918637"/>
                      <a:pt x="1816100" y="914404"/>
                    </a:cubicBezTo>
                    <a:cubicBezTo>
                      <a:pt x="2118783" y="910171"/>
                      <a:pt x="2413000" y="2121"/>
                      <a:pt x="2717800" y="4"/>
                    </a:cubicBezTo>
                    <a:cubicBezTo>
                      <a:pt x="3022600" y="-2113"/>
                      <a:pt x="3342217" y="825504"/>
                      <a:pt x="3644900" y="901704"/>
                    </a:cubicBezTo>
                    <a:cubicBezTo>
                      <a:pt x="3947583" y="977904"/>
                      <a:pt x="4309533" y="548221"/>
                      <a:pt x="4533900" y="457204"/>
                    </a:cubicBezTo>
                    <a:cubicBezTo>
                      <a:pt x="4758267" y="366187"/>
                      <a:pt x="4874683" y="360895"/>
                      <a:pt x="4991100" y="355604"/>
                    </a:cubicBezTo>
                  </a:path>
                </a:pathLst>
              </a:custGeom>
              <a:ln w="31750">
                <a:tailEnd type="triangle" w="lg" len="lg"/>
              </a:ln>
              <a:effectLst>
                <a:glow rad="4572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00" noProof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A4F09CC4-4C17-83FA-0801-6101E664CE2C}"/>
                  </a:ext>
                </a:extLst>
              </p:cNvPr>
              <p:cNvSpPr/>
              <p:nvPr/>
            </p:nvSpPr>
            <p:spPr>
              <a:xfrm rot="3269968" flipV="1">
                <a:off x="1615088" y="994589"/>
                <a:ext cx="783907" cy="117839"/>
              </a:xfrm>
              <a:custGeom>
                <a:avLst/>
                <a:gdLst>
                  <a:gd name="connsiteX0" fmla="*/ 0 w 4991100"/>
                  <a:gd name="connsiteY0" fmla="*/ 914404 h 914418"/>
                  <a:gd name="connsiteX1" fmla="*/ 901700 w 4991100"/>
                  <a:gd name="connsiteY1" fmla="*/ 25404 h 914418"/>
                  <a:gd name="connsiteX2" fmla="*/ 1816100 w 4991100"/>
                  <a:gd name="connsiteY2" fmla="*/ 914404 h 914418"/>
                  <a:gd name="connsiteX3" fmla="*/ 2717800 w 4991100"/>
                  <a:gd name="connsiteY3" fmla="*/ 4 h 914418"/>
                  <a:gd name="connsiteX4" fmla="*/ 3644900 w 4991100"/>
                  <a:gd name="connsiteY4" fmla="*/ 901704 h 914418"/>
                  <a:gd name="connsiteX5" fmla="*/ 4533900 w 4991100"/>
                  <a:gd name="connsiteY5" fmla="*/ 457204 h 914418"/>
                  <a:gd name="connsiteX6" fmla="*/ 4991100 w 4991100"/>
                  <a:gd name="connsiteY6" fmla="*/ 355604 h 914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991100" h="914418">
                    <a:moveTo>
                      <a:pt x="0" y="914404"/>
                    </a:moveTo>
                    <a:cubicBezTo>
                      <a:pt x="299508" y="469904"/>
                      <a:pt x="599017" y="25404"/>
                      <a:pt x="901700" y="25404"/>
                    </a:cubicBezTo>
                    <a:cubicBezTo>
                      <a:pt x="1204383" y="25404"/>
                      <a:pt x="1513417" y="918637"/>
                      <a:pt x="1816100" y="914404"/>
                    </a:cubicBezTo>
                    <a:cubicBezTo>
                      <a:pt x="2118783" y="910171"/>
                      <a:pt x="2413000" y="2121"/>
                      <a:pt x="2717800" y="4"/>
                    </a:cubicBezTo>
                    <a:cubicBezTo>
                      <a:pt x="3022600" y="-2113"/>
                      <a:pt x="3342217" y="825504"/>
                      <a:pt x="3644900" y="901704"/>
                    </a:cubicBezTo>
                    <a:cubicBezTo>
                      <a:pt x="3947583" y="977904"/>
                      <a:pt x="4309533" y="548221"/>
                      <a:pt x="4533900" y="457204"/>
                    </a:cubicBezTo>
                    <a:cubicBezTo>
                      <a:pt x="4758267" y="366187"/>
                      <a:pt x="4874683" y="360895"/>
                      <a:pt x="4991100" y="355604"/>
                    </a:cubicBezTo>
                  </a:path>
                </a:pathLst>
              </a:custGeom>
              <a:ln w="31750">
                <a:tailEnd type="triangle" w="lg" len="lg"/>
              </a:ln>
              <a:effectLst>
                <a:glow rad="4572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00" noProof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5C0C17E9-DF0B-0BC9-A935-1647517F1B02}"/>
                  </a:ext>
                </a:extLst>
              </p:cNvPr>
              <p:cNvSpPr/>
              <p:nvPr/>
            </p:nvSpPr>
            <p:spPr>
              <a:xfrm rot="3269968" flipV="1">
                <a:off x="1217693" y="1216531"/>
                <a:ext cx="806703" cy="117839"/>
              </a:xfrm>
              <a:custGeom>
                <a:avLst/>
                <a:gdLst>
                  <a:gd name="connsiteX0" fmla="*/ 0 w 4991100"/>
                  <a:gd name="connsiteY0" fmla="*/ 914404 h 914418"/>
                  <a:gd name="connsiteX1" fmla="*/ 901700 w 4991100"/>
                  <a:gd name="connsiteY1" fmla="*/ 25404 h 914418"/>
                  <a:gd name="connsiteX2" fmla="*/ 1816100 w 4991100"/>
                  <a:gd name="connsiteY2" fmla="*/ 914404 h 914418"/>
                  <a:gd name="connsiteX3" fmla="*/ 2717800 w 4991100"/>
                  <a:gd name="connsiteY3" fmla="*/ 4 h 914418"/>
                  <a:gd name="connsiteX4" fmla="*/ 3644900 w 4991100"/>
                  <a:gd name="connsiteY4" fmla="*/ 901704 h 914418"/>
                  <a:gd name="connsiteX5" fmla="*/ 4533900 w 4991100"/>
                  <a:gd name="connsiteY5" fmla="*/ 457204 h 914418"/>
                  <a:gd name="connsiteX6" fmla="*/ 4991100 w 4991100"/>
                  <a:gd name="connsiteY6" fmla="*/ 355604 h 914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991100" h="914418">
                    <a:moveTo>
                      <a:pt x="0" y="914404"/>
                    </a:moveTo>
                    <a:cubicBezTo>
                      <a:pt x="299508" y="469904"/>
                      <a:pt x="599017" y="25404"/>
                      <a:pt x="901700" y="25404"/>
                    </a:cubicBezTo>
                    <a:cubicBezTo>
                      <a:pt x="1204383" y="25404"/>
                      <a:pt x="1513417" y="918637"/>
                      <a:pt x="1816100" y="914404"/>
                    </a:cubicBezTo>
                    <a:cubicBezTo>
                      <a:pt x="2118783" y="910171"/>
                      <a:pt x="2413000" y="2121"/>
                      <a:pt x="2717800" y="4"/>
                    </a:cubicBezTo>
                    <a:cubicBezTo>
                      <a:pt x="3022600" y="-2113"/>
                      <a:pt x="3342217" y="825504"/>
                      <a:pt x="3644900" y="901704"/>
                    </a:cubicBezTo>
                    <a:cubicBezTo>
                      <a:pt x="3947583" y="977904"/>
                      <a:pt x="4309533" y="548221"/>
                      <a:pt x="4533900" y="457204"/>
                    </a:cubicBezTo>
                    <a:cubicBezTo>
                      <a:pt x="4758267" y="366187"/>
                      <a:pt x="4874683" y="360895"/>
                      <a:pt x="4991100" y="355604"/>
                    </a:cubicBezTo>
                  </a:path>
                </a:pathLst>
              </a:custGeom>
              <a:ln w="31750">
                <a:tailEnd type="triangle" w="lg" len="lg"/>
              </a:ln>
              <a:effectLst>
                <a:glow rad="4572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00" noProof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B797A5B3-1257-8B96-214E-9230908F061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033194" y="2849209"/>
              <a:ext cx="629767" cy="630921"/>
              <a:chOff x="3837320" y="2577311"/>
              <a:chExt cx="1214148" cy="1216373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573622A-9383-0F73-B82A-9E0CA07F7D11}"/>
                  </a:ext>
                </a:extLst>
              </p:cNvPr>
              <p:cNvSpPr/>
              <p:nvPr/>
            </p:nvSpPr>
            <p:spPr>
              <a:xfrm>
                <a:off x="3837320" y="3466506"/>
                <a:ext cx="1214148" cy="327178"/>
              </a:xfrm>
              <a:prstGeom prst="ellipse">
                <a:avLst/>
              </a:prstGeom>
              <a:solidFill>
                <a:srgbClr val="FFE6CB"/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50" noProof="0" dirty="0"/>
              </a:p>
            </p:txBody>
          </p: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C64F4891-552E-AC66-EC22-82349A1BE97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53780" y="2949988"/>
                <a:ext cx="804417" cy="713070"/>
                <a:chOff x="1758028" y="3687481"/>
                <a:chExt cx="1312148" cy="1163145"/>
              </a:xfrm>
            </p:grpSpPr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1BA6A0AD-D43E-7786-2A62-C335BA2E541D}"/>
                    </a:ext>
                  </a:extLst>
                </p:cNvPr>
                <p:cNvGrpSpPr/>
                <p:nvPr/>
              </p:nvGrpSpPr>
              <p:grpSpPr>
                <a:xfrm>
                  <a:off x="2615571" y="4393426"/>
                  <a:ext cx="454605" cy="457200"/>
                  <a:chOff x="2615571" y="4393426"/>
                  <a:chExt cx="454605" cy="457200"/>
                </a:xfrm>
              </p:grpSpPr>
              <p:sp>
                <p:nvSpPr>
                  <p:cNvPr id="118" name="Oval 117">
                    <a:extLst>
                      <a:ext uri="{FF2B5EF4-FFF2-40B4-BE49-F238E27FC236}">
                        <a16:creationId xmlns:a16="http://schemas.microsoft.com/office/drawing/2014/main" id="{C91ED21C-751D-0CC7-DB3E-DD7BDA9F90AF}"/>
                      </a:ext>
                    </a:extLst>
                  </p:cNvPr>
                  <p:cNvSpPr/>
                  <p:nvPr/>
                </p:nvSpPr>
                <p:spPr>
                  <a:xfrm>
                    <a:off x="2615571" y="4393426"/>
                    <a:ext cx="454605" cy="457200"/>
                  </a:xfrm>
                  <a:prstGeom prst="ellipse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050" noProof="0" dirty="0"/>
                  </a:p>
                </p:txBody>
              </p:sp>
              <p:sp>
                <p:nvSpPr>
                  <p:cNvPr id="119" name="Oval 118">
                    <a:extLst>
                      <a:ext uri="{FF2B5EF4-FFF2-40B4-BE49-F238E27FC236}">
                        <a16:creationId xmlns:a16="http://schemas.microsoft.com/office/drawing/2014/main" id="{8AD57B7C-69A6-CE0E-F34F-DD08715E8BD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76764" y="4563411"/>
                    <a:ext cx="124523" cy="125233"/>
                  </a:xfrm>
                  <a:prstGeom prst="ellipse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050" noProof="0" dirty="0"/>
                  </a:p>
                </p:txBody>
              </p:sp>
            </p:grpSp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797EEEAC-2A36-4590-3654-72A6FFB15FFA}"/>
                    </a:ext>
                  </a:extLst>
                </p:cNvPr>
                <p:cNvGrpSpPr/>
                <p:nvPr/>
              </p:nvGrpSpPr>
              <p:grpSpPr>
                <a:xfrm>
                  <a:off x="1758028" y="4383486"/>
                  <a:ext cx="454605" cy="457200"/>
                  <a:chOff x="2615571" y="4393426"/>
                  <a:chExt cx="454605" cy="457200"/>
                </a:xfrm>
              </p:grpSpPr>
              <p:sp>
                <p:nvSpPr>
                  <p:cNvPr id="116" name="Oval 115">
                    <a:extLst>
                      <a:ext uri="{FF2B5EF4-FFF2-40B4-BE49-F238E27FC236}">
                        <a16:creationId xmlns:a16="http://schemas.microsoft.com/office/drawing/2014/main" id="{FDFC9135-3C66-5849-B52B-D3A7103B6AFE}"/>
                      </a:ext>
                    </a:extLst>
                  </p:cNvPr>
                  <p:cNvSpPr/>
                  <p:nvPr/>
                </p:nvSpPr>
                <p:spPr>
                  <a:xfrm>
                    <a:off x="2615571" y="4393426"/>
                    <a:ext cx="454605" cy="457200"/>
                  </a:xfrm>
                  <a:prstGeom prst="ellipse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050" noProof="0" dirty="0"/>
                  </a:p>
                </p:txBody>
              </p:sp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68D54789-FB40-AF45-E724-B3AB068B3EA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76764" y="4563411"/>
                    <a:ext cx="124523" cy="125233"/>
                  </a:xfrm>
                  <a:prstGeom prst="ellipse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050" noProof="0" dirty="0"/>
                  </a:p>
                </p:txBody>
              </p:sp>
            </p:grp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F66BDDEF-9964-B27D-635D-E111D2EA1108}"/>
                    </a:ext>
                  </a:extLst>
                </p:cNvPr>
                <p:cNvCxnSpPr>
                  <a:stCxn id="116" idx="6"/>
                  <a:endCxn id="118" idx="2"/>
                </p:cNvCxnSpPr>
                <p:nvPr/>
              </p:nvCxnSpPr>
              <p:spPr>
                <a:xfrm>
                  <a:off x="2212633" y="4612086"/>
                  <a:ext cx="402938" cy="994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7CEF83FA-1B51-3A82-C9D0-D06A066D30C1}"/>
                    </a:ext>
                  </a:extLst>
                </p:cNvPr>
                <p:cNvCxnSpPr>
                  <a:cxnSpLocks/>
                  <a:stCxn id="116" idx="0"/>
                </p:cNvCxnSpPr>
                <p:nvPr/>
              </p:nvCxnSpPr>
              <p:spPr>
                <a:xfrm flipV="1">
                  <a:off x="1985331" y="4223565"/>
                  <a:ext cx="0" cy="159921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30B2C2DF-72F2-44E5-BBCB-21376FDF3C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83863" y="4120488"/>
                  <a:ext cx="118781" cy="112601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C6AE78BC-FD5E-7578-4CED-C06F0EC46D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02644" y="4120488"/>
                  <a:ext cx="74314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D918BA6A-CCF7-EC76-03DB-F5A76235AB59}"/>
                    </a:ext>
                  </a:extLst>
                </p:cNvPr>
                <p:cNvCxnSpPr>
                  <a:cxnSpLocks/>
                  <a:stCxn id="118" idx="0"/>
                </p:cNvCxnSpPr>
                <p:nvPr/>
              </p:nvCxnSpPr>
              <p:spPr>
                <a:xfrm flipV="1">
                  <a:off x="2842874" y="4120488"/>
                  <a:ext cx="5839" cy="27293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591DA930-C8E8-2CB6-17B4-1B0E6480E8F8}"/>
                    </a:ext>
                  </a:extLst>
                </p:cNvPr>
                <p:cNvCxnSpPr/>
                <p:nvPr/>
              </p:nvCxnSpPr>
              <p:spPr>
                <a:xfrm>
                  <a:off x="1981482" y="4303525"/>
                  <a:ext cx="345793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BAEAAF97-4AB1-1F82-7BFF-08DD469D10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13356" y="4120488"/>
                  <a:ext cx="214398" cy="18303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ED1E79CB-7816-D303-2F68-E8EDD35C72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96967" y="3874689"/>
                  <a:ext cx="0" cy="23584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48518420-CEF4-C382-8944-7E9D9CC673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15571" y="3874689"/>
                  <a:ext cx="0" cy="23584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6BF3A94-C941-5F28-8D49-0D60E92AF7D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494458" y="3687481"/>
                  <a:ext cx="200126" cy="201267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050" noProof="0" dirty="0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5FFF88AC-59AC-33DB-8BB6-CB7A3A55EEB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74531" y="3732390"/>
                  <a:ext cx="131835" cy="132589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050" noProof="0" dirty="0"/>
                </a:p>
              </p:txBody>
            </p: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43E573C4-887F-AFF1-5625-4EF425DDAFF2}"/>
                    </a:ext>
                  </a:extLst>
                </p:cNvPr>
                <p:cNvCxnSpPr>
                  <a:stCxn id="108" idx="4"/>
                  <a:endCxn id="109" idx="4"/>
                </p:cNvCxnSpPr>
                <p:nvPr/>
              </p:nvCxnSpPr>
              <p:spPr>
                <a:xfrm flipH="1" flipV="1">
                  <a:off x="2140449" y="3864979"/>
                  <a:ext cx="454072" cy="23769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09D36FAD-F43D-AE3E-27B6-9BAA79B02D4D}"/>
                    </a:ext>
                  </a:extLst>
                </p:cNvPr>
                <p:cNvCxnSpPr>
                  <a:cxnSpLocks/>
                  <a:stCxn id="108" idx="0"/>
                  <a:endCxn id="109" idx="0"/>
                </p:cNvCxnSpPr>
                <p:nvPr/>
              </p:nvCxnSpPr>
              <p:spPr>
                <a:xfrm flipH="1">
                  <a:off x="2140450" y="3687481"/>
                  <a:ext cx="454071" cy="4491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D5879FBE-071B-90B5-AAE5-ECAEE058DC0F}"/>
                    </a:ext>
                  </a:extLst>
                </p:cNvPr>
                <p:cNvCxnSpPr>
                  <a:stCxn id="109" idx="2"/>
                </p:cNvCxnSpPr>
                <p:nvPr/>
              </p:nvCxnSpPr>
              <p:spPr>
                <a:xfrm flipH="1" flipV="1">
                  <a:off x="1981482" y="3798684"/>
                  <a:ext cx="93049" cy="1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782AD3CC-DD41-E412-8300-929D49C02CF4}"/>
                    </a:ext>
                  </a:extLst>
                </p:cNvPr>
                <p:cNvCxnSpPr/>
                <p:nvPr/>
              </p:nvCxnSpPr>
              <p:spPr>
                <a:xfrm flipV="1">
                  <a:off x="1981482" y="3709935"/>
                  <a:ext cx="0" cy="16475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6C7F0A0D-8000-86A4-A035-EF633E93DF97}"/>
                    </a:ext>
                  </a:extLst>
                </p:cNvPr>
                <p:cNvCxnSpPr/>
                <p:nvPr/>
              </p:nvCxnSpPr>
              <p:spPr>
                <a:xfrm flipH="1">
                  <a:off x="1840706" y="3709935"/>
                  <a:ext cx="140776" cy="33421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A827B33F-A348-92EF-D8E6-0FDA030971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845353" y="3838066"/>
                  <a:ext cx="140776" cy="33421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96" name="Graphic 95" descr="Wireless with solid fill">
                <a:extLst>
                  <a:ext uri="{FF2B5EF4-FFF2-40B4-BE49-F238E27FC236}">
                    <a16:creationId xmlns:a16="http://schemas.microsoft.com/office/drawing/2014/main" id="{7934BC5C-6788-37E5-85BB-2BBAC05A8A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20955696">
                <a:off x="4232021" y="2577311"/>
                <a:ext cx="322586" cy="297515"/>
              </a:xfrm>
              <a:prstGeom prst="rect">
                <a:avLst/>
              </a:prstGeom>
            </p:spPr>
          </p:pic>
        </p:grpSp>
        <p:sp>
          <p:nvSpPr>
            <p:cNvPr id="215" name="Rectangle: Rounded Corners 214">
              <a:extLst>
                <a:ext uri="{FF2B5EF4-FFF2-40B4-BE49-F238E27FC236}">
                  <a16:creationId xmlns:a16="http://schemas.microsoft.com/office/drawing/2014/main" id="{E8FFB8A2-56AF-6956-0BE0-C509412C9A56}"/>
                </a:ext>
              </a:extLst>
            </p:cNvPr>
            <p:cNvSpPr/>
            <p:nvPr/>
          </p:nvSpPr>
          <p:spPr>
            <a:xfrm>
              <a:off x="1915309" y="3209409"/>
              <a:ext cx="906314" cy="566142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noProof="0" dirty="0"/>
            </a:p>
          </p:txBody>
        </p:sp>
        <p:cxnSp>
          <p:nvCxnSpPr>
            <p:cNvPr id="216" name="Connector: Elbow 215">
              <a:extLst>
                <a:ext uri="{FF2B5EF4-FFF2-40B4-BE49-F238E27FC236}">
                  <a16:creationId xmlns:a16="http://schemas.microsoft.com/office/drawing/2014/main" id="{293567EA-0B2D-0139-7A09-FB8D4ADC6E10}"/>
                </a:ext>
              </a:extLst>
            </p:cNvPr>
            <p:cNvCxnSpPr>
              <a:cxnSpLocks/>
              <a:stCxn id="247" idx="3"/>
            </p:cNvCxnSpPr>
            <p:nvPr/>
          </p:nvCxnSpPr>
          <p:spPr>
            <a:xfrm flipV="1">
              <a:off x="3530879" y="2230483"/>
              <a:ext cx="230331" cy="1247144"/>
            </a:xfrm>
            <a:prstGeom prst="bentConnector2">
              <a:avLst/>
            </a:prstGeom>
            <a:ln w="15875"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BEF3924B-AF77-B226-39A4-F1F21C84BC92}"/>
                    </a:ext>
                  </a:extLst>
                </p:cNvPr>
                <p:cNvSpPr txBox="1"/>
                <p:nvPr/>
              </p:nvSpPr>
              <p:spPr>
                <a:xfrm>
                  <a:off x="3268725" y="2715710"/>
                  <a:ext cx="980857" cy="327012"/>
                </a:xfrm>
                <a:prstGeom prst="rect">
                  <a:avLst/>
                </a:prstGeom>
                <a:solidFill>
                  <a:srgbClr val="FFFFFF">
                    <a:alpha val="85000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de-DE" sz="10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de-DE" sz="10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de-DE" sz="105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05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105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de-DE" sz="10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105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05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105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de-DE" sz="10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1050" noProof="0" dirty="0"/>
                </a:p>
              </p:txBody>
            </p:sp>
          </mc:Choice>
          <mc:Fallback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BEF3924B-AF77-B226-39A4-F1F21C84BC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8725" y="2715710"/>
                  <a:ext cx="980857" cy="32701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8" name="Right Brace 217">
              <a:extLst>
                <a:ext uri="{FF2B5EF4-FFF2-40B4-BE49-F238E27FC236}">
                  <a16:creationId xmlns:a16="http://schemas.microsoft.com/office/drawing/2014/main" id="{DA35C6AD-8CCF-33C1-6C23-8656706B2F97}"/>
                </a:ext>
              </a:extLst>
            </p:cNvPr>
            <p:cNvSpPr/>
            <p:nvPr/>
          </p:nvSpPr>
          <p:spPr>
            <a:xfrm rot="5400000">
              <a:off x="360877" y="1465632"/>
              <a:ext cx="256841" cy="914068"/>
            </a:xfrm>
            <a:prstGeom prst="rightBrace">
              <a:avLst>
                <a:gd name="adj1" fmla="val 21960"/>
                <a:gd name="adj2" fmla="val 50000"/>
              </a:avLst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050" noProof="0" dirty="0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821B5EC8-2E8A-A2F7-C1F1-9191EE6FC419}"/>
                </a:ext>
              </a:extLst>
            </p:cNvPr>
            <p:cNvSpPr txBox="1"/>
            <p:nvPr/>
          </p:nvSpPr>
          <p:spPr>
            <a:xfrm>
              <a:off x="1920910" y="3326242"/>
              <a:ext cx="906857" cy="3270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050" noProof="0" dirty="0">
                  <a:solidFill>
                    <a:srgbClr val="000000"/>
                  </a:solidFill>
                  <a:latin typeface="Calibri"/>
                </a:rPr>
                <a:t>Q-Table</a:t>
              </a:r>
              <a:endParaRPr lang="en-GB" sz="1050" noProof="0" dirty="0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7DFEB6EA-E271-C2AB-A971-5C5E17F37CF9}"/>
                </a:ext>
              </a:extLst>
            </p:cNvPr>
            <p:cNvSpPr/>
            <p:nvPr/>
          </p:nvSpPr>
          <p:spPr>
            <a:xfrm>
              <a:off x="273344" y="1307582"/>
              <a:ext cx="152883" cy="156189"/>
            </a:xfrm>
            <a:prstGeom prst="rect">
              <a:avLst/>
            </a:prstGeom>
            <a:solidFill>
              <a:srgbClr val="DAE3F3">
                <a:alpha val="37000"/>
              </a:srgbClr>
            </a:solidFill>
            <a:ln w="9525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noProof="0" dirty="0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B2316312-08B9-A27A-0599-73E466471CF4}"/>
                </a:ext>
              </a:extLst>
            </p:cNvPr>
            <p:cNvSpPr/>
            <p:nvPr/>
          </p:nvSpPr>
          <p:spPr>
            <a:xfrm>
              <a:off x="274203" y="1549553"/>
              <a:ext cx="152883" cy="156189"/>
            </a:xfrm>
            <a:prstGeom prst="rect">
              <a:avLst/>
            </a:prstGeom>
            <a:solidFill>
              <a:srgbClr val="DAE3F3">
                <a:alpha val="37000"/>
              </a:srgbClr>
            </a:solidFill>
            <a:ln w="9525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noProof="0" dirty="0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CC512EE7-D8A8-AF70-A0FA-98F8458E1555}"/>
                </a:ext>
              </a:extLst>
            </p:cNvPr>
            <p:cNvSpPr/>
            <p:nvPr/>
          </p:nvSpPr>
          <p:spPr>
            <a:xfrm>
              <a:off x="490398" y="1309499"/>
              <a:ext cx="152883" cy="156189"/>
            </a:xfrm>
            <a:prstGeom prst="rect">
              <a:avLst/>
            </a:prstGeom>
            <a:solidFill>
              <a:srgbClr val="DAE3F3">
                <a:alpha val="37000"/>
              </a:srgbClr>
            </a:solidFill>
            <a:ln w="9525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noProof="0" dirty="0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3624689F-1FFE-5084-1712-AAD1B91869BA}"/>
                </a:ext>
              </a:extLst>
            </p:cNvPr>
            <p:cNvSpPr/>
            <p:nvPr/>
          </p:nvSpPr>
          <p:spPr>
            <a:xfrm>
              <a:off x="491257" y="1551470"/>
              <a:ext cx="152883" cy="156189"/>
            </a:xfrm>
            <a:prstGeom prst="rect">
              <a:avLst/>
            </a:prstGeom>
            <a:solidFill>
              <a:srgbClr val="DAE3F3">
                <a:alpha val="37000"/>
              </a:srgbClr>
            </a:solidFill>
            <a:ln w="9525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noProof="0" dirty="0"/>
            </a:p>
          </p:txBody>
        </p:sp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F3A543E0-339B-ED3D-A2D4-47414BE0D268}"/>
                </a:ext>
              </a:extLst>
            </p:cNvPr>
            <p:cNvGrpSpPr/>
            <p:nvPr/>
          </p:nvGrpSpPr>
          <p:grpSpPr>
            <a:xfrm rot="5400000">
              <a:off x="671538" y="1290531"/>
              <a:ext cx="94279" cy="428376"/>
              <a:chOff x="4400549" y="971549"/>
              <a:chExt cx="914400" cy="1524001"/>
            </a:xfrm>
            <a:solidFill>
              <a:srgbClr val="FFFFFF"/>
            </a:solidFill>
          </p:grpSpPr>
          <p:sp>
            <p:nvSpPr>
              <p:cNvPr id="225" name="Arc 224">
                <a:extLst>
                  <a:ext uri="{FF2B5EF4-FFF2-40B4-BE49-F238E27FC236}">
                    <a16:creationId xmlns:a16="http://schemas.microsoft.com/office/drawing/2014/main" id="{21C0537F-E63B-C059-3C4C-813C568E61D5}"/>
                  </a:ext>
                </a:extLst>
              </p:cNvPr>
              <p:cNvSpPr/>
              <p:nvPr/>
            </p:nvSpPr>
            <p:spPr>
              <a:xfrm>
                <a:off x="4400549" y="971549"/>
                <a:ext cx="914400" cy="914400"/>
              </a:xfrm>
              <a:prstGeom prst="arc">
                <a:avLst>
                  <a:gd name="adj1" fmla="val 10843930"/>
                  <a:gd name="adj2" fmla="val 0"/>
                </a:avLst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50" noProof="0" dirty="0"/>
              </a:p>
            </p:txBody>
          </p: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E43D64A5-88EA-3FCC-03A3-7B888EE1276E}"/>
                  </a:ext>
                </a:extLst>
              </p:cNvPr>
              <p:cNvCxnSpPr>
                <a:cxnSpLocks/>
                <a:stCxn id="225" idx="0"/>
              </p:cNvCxnSpPr>
              <p:nvPr/>
            </p:nvCxnSpPr>
            <p:spPr>
              <a:xfrm>
                <a:off x="4400586" y="1422907"/>
                <a:ext cx="456863" cy="1072643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73DB1883-CA6E-DB45-DB0C-566CB12ECC6D}"/>
                  </a:ext>
                </a:extLst>
              </p:cNvPr>
              <p:cNvCxnSpPr>
                <a:cxnSpLocks/>
                <a:stCxn id="225" idx="2"/>
              </p:cNvCxnSpPr>
              <p:nvPr/>
            </p:nvCxnSpPr>
            <p:spPr>
              <a:xfrm flipH="1">
                <a:off x="4858049" y="1428749"/>
                <a:ext cx="456900" cy="1066801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6759D565-F77A-DB64-8D63-FB3B9F3993F1}"/>
                </a:ext>
              </a:extLst>
            </p:cNvPr>
            <p:cNvGrpSpPr/>
            <p:nvPr/>
          </p:nvGrpSpPr>
          <p:grpSpPr>
            <a:xfrm rot="6900000">
              <a:off x="658147" y="1401239"/>
              <a:ext cx="94279" cy="428376"/>
              <a:chOff x="4400549" y="971549"/>
              <a:chExt cx="914400" cy="1524001"/>
            </a:xfrm>
            <a:solidFill>
              <a:srgbClr val="FFFFFF"/>
            </a:solidFill>
          </p:grpSpPr>
          <p:sp>
            <p:nvSpPr>
              <p:cNvPr id="229" name="Arc 228">
                <a:extLst>
                  <a:ext uri="{FF2B5EF4-FFF2-40B4-BE49-F238E27FC236}">
                    <a16:creationId xmlns:a16="http://schemas.microsoft.com/office/drawing/2014/main" id="{D3F8D5A0-501A-63EF-15A8-69A08AB54778}"/>
                  </a:ext>
                </a:extLst>
              </p:cNvPr>
              <p:cNvSpPr/>
              <p:nvPr/>
            </p:nvSpPr>
            <p:spPr>
              <a:xfrm>
                <a:off x="4400549" y="971549"/>
                <a:ext cx="914400" cy="914400"/>
              </a:xfrm>
              <a:prstGeom prst="arc">
                <a:avLst>
                  <a:gd name="adj1" fmla="val 10843930"/>
                  <a:gd name="adj2" fmla="val 0"/>
                </a:avLst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50" noProof="0" dirty="0"/>
              </a:p>
            </p:txBody>
          </p: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B7FCBCE5-526D-896A-41EF-63DC9BAEAF9D}"/>
                  </a:ext>
                </a:extLst>
              </p:cNvPr>
              <p:cNvCxnSpPr>
                <a:cxnSpLocks/>
                <a:stCxn id="229" idx="0"/>
              </p:cNvCxnSpPr>
              <p:nvPr/>
            </p:nvCxnSpPr>
            <p:spPr>
              <a:xfrm>
                <a:off x="4400586" y="1422907"/>
                <a:ext cx="456863" cy="1072643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304CB06C-1675-CD11-84CA-3B15BC0E0BCB}"/>
                  </a:ext>
                </a:extLst>
              </p:cNvPr>
              <p:cNvCxnSpPr>
                <a:cxnSpLocks/>
                <a:stCxn id="229" idx="2"/>
              </p:cNvCxnSpPr>
              <p:nvPr/>
            </p:nvCxnSpPr>
            <p:spPr>
              <a:xfrm flipH="1">
                <a:off x="4858049" y="1428749"/>
                <a:ext cx="456900" cy="1066801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12D635F0-963B-B863-F02E-C8364754F1DE}"/>
                </a:ext>
              </a:extLst>
            </p:cNvPr>
            <p:cNvGrpSpPr/>
            <p:nvPr/>
          </p:nvGrpSpPr>
          <p:grpSpPr>
            <a:xfrm rot="4020000">
              <a:off x="677972" y="1180922"/>
              <a:ext cx="94279" cy="428376"/>
              <a:chOff x="4400549" y="971549"/>
              <a:chExt cx="914400" cy="1524001"/>
            </a:xfrm>
            <a:solidFill>
              <a:srgbClr val="FFFFFF"/>
            </a:solidFill>
          </p:grpSpPr>
          <p:sp>
            <p:nvSpPr>
              <p:cNvPr id="233" name="Arc 232">
                <a:extLst>
                  <a:ext uri="{FF2B5EF4-FFF2-40B4-BE49-F238E27FC236}">
                    <a16:creationId xmlns:a16="http://schemas.microsoft.com/office/drawing/2014/main" id="{D669A3B8-6651-7D95-E97C-FAE45275B975}"/>
                  </a:ext>
                </a:extLst>
              </p:cNvPr>
              <p:cNvSpPr/>
              <p:nvPr/>
            </p:nvSpPr>
            <p:spPr>
              <a:xfrm>
                <a:off x="4400549" y="971549"/>
                <a:ext cx="914400" cy="914400"/>
              </a:xfrm>
              <a:prstGeom prst="arc">
                <a:avLst>
                  <a:gd name="adj1" fmla="val 10843930"/>
                  <a:gd name="adj2" fmla="val 0"/>
                </a:avLst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50" noProof="0" dirty="0"/>
              </a:p>
            </p:txBody>
          </p: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B14CDF3A-2B06-BA3D-3A8F-AB67658B87B7}"/>
                  </a:ext>
                </a:extLst>
              </p:cNvPr>
              <p:cNvCxnSpPr>
                <a:cxnSpLocks/>
                <a:stCxn id="233" idx="0"/>
              </p:cNvCxnSpPr>
              <p:nvPr/>
            </p:nvCxnSpPr>
            <p:spPr>
              <a:xfrm>
                <a:off x="4400586" y="1422907"/>
                <a:ext cx="456863" cy="1072643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AFE16E9B-B7BE-45AE-D8FF-D9A6D1D5E3A0}"/>
                  </a:ext>
                </a:extLst>
              </p:cNvPr>
              <p:cNvCxnSpPr>
                <a:cxnSpLocks/>
                <a:stCxn id="233" idx="2"/>
              </p:cNvCxnSpPr>
              <p:nvPr/>
            </p:nvCxnSpPr>
            <p:spPr>
              <a:xfrm flipH="1">
                <a:off x="4858049" y="1428749"/>
                <a:ext cx="456900" cy="1066801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6" name="Rectangle: Rounded Corners 235">
              <a:extLst>
                <a:ext uri="{FF2B5EF4-FFF2-40B4-BE49-F238E27FC236}">
                  <a16:creationId xmlns:a16="http://schemas.microsoft.com/office/drawing/2014/main" id="{62669FF7-A1E3-69A0-9701-6D9E694C3D84}"/>
                </a:ext>
              </a:extLst>
            </p:cNvPr>
            <p:cNvSpPr/>
            <p:nvPr/>
          </p:nvSpPr>
          <p:spPr>
            <a:xfrm>
              <a:off x="125407" y="2505372"/>
              <a:ext cx="781415" cy="293519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noProof="0" dirty="0"/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6106F690-342F-416A-3293-AAB4691A12B5}"/>
                </a:ext>
              </a:extLst>
            </p:cNvPr>
            <p:cNvSpPr txBox="1"/>
            <p:nvPr/>
          </p:nvSpPr>
          <p:spPr>
            <a:xfrm>
              <a:off x="73531" y="2480860"/>
              <a:ext cx="906857" cy="3270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050" noProof="0" dirty="0">
                  <a:solidFill>
                    <a:srgbClr val="000000"/>
                  </a:solidFill>
                  <a:latin typeface="Calibri"/>
                </a:rPr>
                <a:t>Rectifier</a:t>
              </a:r>
              <a:endParaRPr lang="en-GB" sz="1050" noProof="0" dirty="0"/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AB4A26DA-3887-56E3-3DF7-878F5818B170}"/>
                </a:ext>
              </a:extLst>
            </p:cNvPr>
            <p:cNvSpPr txBox="1"/>
            <p:nvPr/>
          </p:nvSpPr>
          <p:spPr>
            <a:xfrm>
              <a:off x="86436" y="3202477"/>
              <a:ext cx="974527" cy="538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050" noProof="0" dirty="0">
                  <a:solidFill>
                    <a:srgbClr val="000000"/>
                  </a:solidFill>
                  <a:latin typeface="Calibri"/>
                </a:rPr>
                <a:t>Envelope</a:t>
              </a:r>
            </a:p>
            <a:p>
              <a:r>
                <a:rPr lang="en-GB" sz="1050" noProof="0" dirty="0">
                  <a:solidFill>
                    <a:srgbClr val="000000"/>
                  </a:solidFill>
                  <a:latin typeface="Calibri"/>
                </a:rPr>
                <a:t>detector</a:t>
              </a:r>
              <a:endParaRPr lang="en-GB" sz="1000" noProof="0" dirty="0"/>
            </a:p>
          </p:txBody>
        </p:sp>
        <p:cxnSp>
          <p:nvCxnSpPr>
            <p:cNvPr id="239" name="Connector: Elbow 238">
              <a:extLst>
                <a:ext uri="{FF2B5EF4-FFF2-40B4-BE49-F238E27FC236}">
                  <a16:creationId xmlns:a16="http://schemas.microsoft.com/office/drawing/2014/main" id="{2A57E2AF-9ABD-9697-8CA7-B38AEDB6FFB1}"/>
                </a:ext>
              </a:extLst>
            </p:cNvPr>
            <p:cNvCxnSpPr>
              <a:cxnSpLocks/>
              <a:endCxn id="236" idx="0"/>
            </p:cNvCxnSpPr>
            <p:nvPr/>
          </p:nvCxnSpPr>
          <p:spPr>
            <a:xfrm rot="5400000">
              <a:off x="369586" y="2358843"/>
              <a:ext cx="303729" cy="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Rectangle: Rounded Corners 239">
              <a:extLst>
                <a:ext uri="{FF2B5EF4-FFF2-40B4-BE49-F238E27FC236}">
                  <a16:creationId xmlns:a16="http://schemas.microsoft.com/office/drawing/2014/main" id="{6E481398-4983-9398-2FCD-44AFA98AC68C}"/>
                </a:ext>
              </a:extLst>
            </p:cNvPr>
            <p:cNvSpPr/>
            <p:nvPr/>
          </p:nvSpPr>
          <p:spPr>
            <a:xfrm>
              <a:off x="68863" y="3201559"/>
              <a:ext cx="906858" cy="587010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noProof="0" dirty="0"/>
            </a:p>
          </p:txBody>
        </p:sp>
        <p:cxnSp>
          <p:nvCxnSpPr>
            <p:cNvPr id="241" name="Connector: Elbow 240">
              <a:extLst>
                <a:ext uri="{FF2B5EF4-FFF2-40B4-BE49-F238E27FC236}">
                  <a16:creationId xmlns:a16="http://schemas.microsoft.com/office/drawing/2014/main" id="{2D9F904E-B35D-63B8-3731-5064D6A30DFC}"/>
                </a:ext>
              </a:extLst>
            </p:cNvPr>
            <p:cNvCxnSpPr>
              <a:cxnSpLocks/>
              <a:stCxn id="237" idx="2"/>
              <a:endCxn id="240" idx="0"/>
            </p:cNvCxnSpPr>
            <p:nvPr/>
          </p:nvCxnSpPr>
          <p:spPr>
            <a:xfrm rot="5400000">
              <a:off x="327783" y="3002382"/>
              <a:ext cx="393687" cy="4667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Rectangle: Rounded Corners 241">
              <a:extLst>
                <a:ext uri="{FF2B5EF4-FFF2-40B4-BE49-F238E27FC236}">
                  <a16:creationId xmlns:a16="http://schemas.microsoft.com/office/drawing/2014/main" id="{1AF489D9-69D6-FC69-47A3-1CC834F1DB73}"/>
                </a:ext>
              </a:extLst>
            </p:cNvPr>
            <p:cNvSpPr/>
            <p:nvPr/>
          </p:nvSpPr>
          <p:spPr>
            <a:xfrm>
              <a:off x="1218699" y="3285268"/>
              <a:ext cx="525799" cy="431994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noProof="0" dirty="0"/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9999D9D6-69A3-D479-F8CE-C66651D5EC9D}"/>
                </a:ext>
              </a:extLst>
            </p:cNvPr>
            <p:cNvSpPr txBox="1"/>
            <p:nvPr/>
          </p:nvSpPr>
          <p:spPr>
            <a:xfrm>
              <a:off x="1230001" y="3328413"/>
              <a:ext cx="520097" cy="3173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050" noProof="0" dirty="0">
                  <a:solidFill>
                    <a:srgbClr val="000000"/>
                  </a:solidFill>
                  <a:latin typeface="Calibri"/>
                </a:rPr>
                <a:t>ADC</a:t>
              </a:r>
              <a:endParaRPr lang="en-GB" sz="1050" noProof="0" dirty="0"/>
            </a:p>
          </p:txBody>
        </p:sp>
        <p:cxnSp>
          <p:nvCxnSpPr>
            <p:cNvPr id="244" name="Connector: Elbow 243">
              <a:extLst>
                <a:ext uri="{FF2B5EF4-FFF2-40B4-BE49-F238E27FC236}">
                  <a16:creationId xmlns:a16="http://schemas.microsoft.com/office/drawing/2014/main" id="{EC2BA4A6-3680-8775-C97A-DC60A554182E}"/>
                </a:ext>
              </a:extLst>
            </p:cNvPr>
            <p:cNvCxnSpPr>
              <a:cxnSpLocks/>
              <a:stCxn id="240" idx="3"/>
              <a:endCxn id="243" idx="1"/>
            </p:cNvCxnSpPr>
            <p:nvPr/>
          </p:nvCxnSpPr>
          <p:spPr>
            <a:xfrm flipV="1">
              <a:off x="975721" y="3487111"/>
              <a:ext cx="254280" cy="7952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ctor: Elbow 244">
              <a:extLst>
                <a:ext uri="{FF2B5EF4-FFF2-40B4-BE49-F238E27FC236}">
                  <a16:creationId xmlns:a16="http://schemas.microsoft.com/office/drawing/2014/main" id="{E2EF1786-89AB-D0BF-6E7A-2077BA716441}"/>
                </a:ext>
              </a:extLst>
            </p:cNvPr>
            <p:cNvCxnSpPr>
              <a:cxnSpLocks/>
              <a:stCxn id="243" idx="3"/>
              <a:endCxn id="215" idx="1"/>
            </p:cNvCxnSpPr>
            <p:nvPr/>
          </p:nvCxnSpPr>
          <p:spPr>
            <a:xfrm>
              <a:off x="1750099" y="3487111"/>
              <a:ext cx="165210" cy="5369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Rectangle: Rounded Corners 245">
              <a:extLst>
                <a:ext uri="{FF2B5EF4-FFF2-40B4-BE49-F238E27FC236}">
                  <a16:creationId xmlns:a16="http://schemas.microsoft.com/office/drawing/2014/main" id="{26FD2EBB-BE96-254A-EE08-5B34E4E67177}"/>
                </a:ext>
              </a:extLst>
            </p:cNvPr>
            <p:cNvSpPr/>
            <p:nvPr/>
          </p:nvSpPr>
          <p:spPr>
            <a:xfrm>
              <a:off x="2999479" y="3275783"/>
              <a:ext cx="525799" cy="431994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noProof="0" dirty="0"/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FA03CA0C-B6F7-9465-A196-6974CBD4D8EF}"/>
                </a:ext>
              </a:extLst>
            </p:cNvPr>
            <p:cNvSpPr txBox="1"/>
            <p:nvPr/>
          </p:nvSpPr>
          <p:spPr>
            <a:xfrm>
              <a:off x="3010782" y="3318929"/>
              <a:ext cx="520097" cy="3173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050" noProof="0" dirty="0">
                  <a:solidFill>
                    <a:srgbClr val="000000"/>
                  </a:solidFill>
                  <a:latin typeface="Calibri"/>
                </a:rPr>
                <a:t>DAC</a:t>
              </a:r>
              <a:endParaRPr lang="en-GB" sz="1050" noProof="0" dirty="0"/>
            </a:p>
          </p:txBody>
        </p:sp>
        <p:cxnSp>
          <p:nvCxnSpPr>
            <p:cNvPr id="248" name="Connector: Elbow 247">
              <a:extLst>
                <a:ext uri="{FF2B5EF4-FFF2-40B4-BE49-F238E27FC236}">
                  <a16:creationId xmlns:a16="http://schemas.microsoft.com/office/drawing/2014/main" id="{7EF2946C-F69D-6370-2DB9-2E5B843D5ED0}"/>
                </a:ext>
              </a:extLst>
            </p:cNvPr>
            <p:cNvCxnSpPr>
              <a:cxnSpLocks/>
              <a:stCxn id="219" idx="3"/>
              <a:endCxn id="246" idx="1"/>
            </p:cNvCxnSpPr>
            <p:nvPr/>
          </p:nvCxnSpPr>
          <p:spPr>
            <a:xfrm>
              <a:off x="2827767" y="3489748"/>
              <a:ext cx="171712" cy="2032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Arrow: Right 1">
            <a:extLst>
              <a:ext uri="{FF2B5EF4-FFF2-40B4-BE49-F238E27FC236}">
                <a16:creationId xmlns:a16="http://schemas.microsoft.com/office/drawing/2014/main" id="{79F484E6-5659-70C0-E87F-12C21C01CAD6}"/>
              </a:ext>
            </a:extLst>
          </p:cNvPr>
          <p:cNvSpPr/>
          <p:nvPr/>
        </p:nvSpPr>
        <p:spPr>
          <a:xfrm>
            <a:off x="5170120" y="2102703"/>
            <a:ext cx="676216" cy="3180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2557A4-8E53-1E61-3307-617C5CAF1DB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2177" b="-2270"/>
          <a:stretch>
            <a:fillRect/>
          </a:stretch>
        </p:blipFill>
        <p:spPr>
          <a:xfrm>
            <a:off x="8808605" y="3429000"/>
            <a:ext cx="3173796" cy="25593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D6BDE6-883B-B075-EC7F-83C34670E6F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9104"/>
          <a:stretch>
            <a:fillRect/>
          </a:stretch>
        </p:blipFill>
        <p:spPr>
          <a:xfrm>
            <a:off x="5330896" y="3304856"/>
            <a:ext cx="3123710" cy="255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78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584D3-719B-5136-874B-D1CF39CAC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6CC1DB2-004C-EDBF-6879-BD63B6E3F9A3}"/>
              </a:ext>
            </a:extLst>
          </p:cNvPr>
          <p:cNvGrpSpPr/>
          <p:nvPr/>
        </p:nvGrpSpPr>
        <p:grpSpPr>
          <a:xfrm>
            <a:off x="1404560" y="555825"/>
            <a:ext cx="1077536" cy="1498183"/>
            <a:chOff x="2507530" y="1530349"/>
            <a:chExt cx="1346920" cy="1872727"/>
          </a:xfrm>
        </p:grpSpPr>
        <p:sp>
          <p:nvSpPr>
            <p:cNvPr id="188" name="Parallelogram 187">
              <a:extLst>
                <a:ext uri="{FF2B5EF4-FFF2-40B4-BE49-F238E27FC236}">
                  <a16:creationId xmlns:a16="http://schemas.microsoft.com/office/drawing/2014/main" id="{D631B7A8-7C58-F83E-0008-0AB4D6CF3367}"/>
                </a:ext>
              </a:extLst>
            </p:cNvPr>
            <p:cNvSpPr/>
            <p:nvPr/>
          </p:nvSpPr>
          <p:spPr>
            <a:xfrm rot="16200000" flipV="1">
              <a:off x="2244626" y="1793253"/>
              <a:ext cx="1872727" cy="1346920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10000"/>
                <a:lumOff val="9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89" name="Parallelogram 188">
              <a:extLst>
                <a:ext uri="{FF2B5EF4-FFF2-40B4-BE49-F238E27FC236}">
                  <a16:creationId xmlns:a16="http://schemas.microsoft.com/office/drawing/2014/main" id="{96E7001E-351C-55BB-949B-8880448E5051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7637" y="31110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90" name="Parallelogram 189">
              <a:extLst>
                <a:ext uri="{FF2B5EF4-FFF2-40B4-BE49-F238E27FC236}">
                  <a16:creationId xmlns:a16="http://schemas.microsoft.com/office/drawing/2014/main" id="{0CA3D6DD-08D6-839D-3C74-FDAD5F78604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0564" y="297952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91" name="Parallelogram 190">
              <a:extLst>
                <a:ext uri="{FF2B5EF4-FFF2-40B4-BE49-F238E27FC236}">
                  <a16:creationId xmlns:a16="http://schemas.microsoft.com/office/drawing/2014/main" id="{21F7844E-C709-8378-C230-20508FE78839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2060" y="28538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92" name="Parallelogram 191">
              <a:extLst>
                <a:ext uri="{FF2B5EF4-FFF2-40B4-BE49-F238E27FC236}">
                  <a16:creationId xmlns:a16="http://schemas.microsoft.com/office/drawing/2014/main" id="{40034A48-7A30-9E2A-4BCB-003B850273B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4987" y="272235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93" name="Parallelogram 192">
              <a:extLst>
                <a:ext uri="{FF2B5EF4-FFF2-40B4-BE49-F238E27FC236}">
                  <a16:creationId xmlns:a16="http://schemas.microsoft.com/office/drawing/2014/main" id="{BB607696-610B-AB84-A600-6EF969734E8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7913" y="259191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94" name="Parallelogram 193">
              <a:extLst>
                <a:ext uri="{FF2B5EF4-FFF2-40B4-BE49-F238E27FC236}">
                  <a16:creationId xmlns:a16="http://schemas.microsoft.com/office/drawing/2014/main" id="{E4B82155-0B5B-C056-AAF9-DC4F3BE54EA6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0840" y="2460414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95" name="Parallelogram 194">
              <a:extLst>
                <a:ext uri="{FF2B5EF4-FFF2-40B4-BE49-F238E27FC236}">
                  <a16:creationId xmlns:a16="http://schemas.microsoft.com/office/drawing/2014/main" id="{3FDCF714-8546-0020-2E07-F90DD59AEE8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28682" y="286945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96" name="Parallelogram 195">
              <a:extLst>
                <a:ext uri="{FF2B5EF4-FFF2-40B4-BE49-F238E27FC236}">
                  <a16:creationId xmlns:a16="http://schemas.microsoft.com/office/drawing/2014/main" id="{7602CD9D-B9A2-63CF-2D1F-CF2CA3D5EE4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1609" y="27379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97" name="Parallelogram 196">
              <a:extLst>
                <a:ext uri="{FF2B5EF4-FFF2-40B4-BE49-F238E27FC236}">
                  <a16:creationId xmlns:a16="http://schemas.microsoft.com/office/drawing/2014/main" id="{CAB8F862-C82B-83C6-B804-8FB795040766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3105" y="26122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98" name="Parallelogram 197">
              <a:extLst>
                <a:ext uri="{FF2B5EF4-FFF2-40B4-BE49-F238E27FC236}">
                  <a16:creationId xmlns:a16="http://schemas.microsoft.com/office/drawing/2014/main" id="{F94C31CB-9754-0A95-8EEC-2F9002B223CB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6032" y="248077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99" name="Parallelogram 198">
              <a:extLst>
                <a:ext uri="{FF2B5EF4-FFF2-40B4-BE49-F238E27FC236}">
                  <a16:creationId xmlns:a16="http://schemas.microsoft.com/office/drawing/2014/main" id="{3D16FF17-DC04-6F81-C46A-38F7FEA82AD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398958" y="235034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200" name="Parallelogram 199">
              <a:extLst>
                <a:ext uri="{FF2B5EF4-FFF2-40B4-BE49-F238E27FC236}">
                  <a16:creationId xmlns:a16="http://schemas.microsoft.com/office/drawing/2014/main" id="{81D1CE87-1E4E-770F-A39C-D637953DCF5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1885" y="221884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201" name="Parallelogram 200">
              <a:extLst>
                <a:ext uri="{FF2B5EF4-FFF2-40B4-BE49-F238E27FC236}">
                  <a16:creationId xmlns:a16="http://schemas.microsoft.com/office/drawing/2014/main" id="{0F25F09D-0116-50D0-5137-F72CD1400F1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41381" y="26151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202" name="Parallelogram 201">
              <a:extLst>
                <a:ext uri="{FF2B5EF4-FFF2-40B4-BE49-F238E27FC236}">
                  <a16:creationId xmlns:a16="http://schemas.microsoft.com/office/drawing/2014/main" id="{E51DD111-B7A9-4724-CF4B-27E1F05492B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4308" y="248360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203" name="Parallelogram 202">
              <a:extLst>
                <a:ext uri="{FF2B5EF4-FFF2-40B4-BE49-F238E27FC236}">
                  <a16:creationId xmlns:a16="http://schemas.microsoft.com/office/drawing/2014/main" id="{A5015914-6B24-F0C2-837D-BE57F29EEE2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5804" y="235793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204" name="Parallelogram 203">
              <a:extLst>
                <a:ext uri="{FF2B5EF4-FFF2-40B4-BE49-F238E27FC236}">
                  <a16:creationId xmlns:a16="http://schemas.microsoft.com/office/drawing/2014/main" id="{60B693BD-794C-5056-5FE2-860DAF4477BB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8731" y="22264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205" name="Parallelogram 204">
              <a:extLst>
                <a:ext uri="{FF2B5EF4-FFF2-40B4-BE49-F238E27FC236}">
                  <a16:creationId xmlns:a16="http://schemas.microsoft.com/office/drawing/2014/main" id="{4A5DA612-0B44-DE3B-FDC4-54D738A8C35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11657" y="209599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206" name="Parallelogram 205">
              <a:extLst>
                <a:ext uri="{FF2B5EF4-FFF2-40B4-BE49-F238E27FC236}">
                  <a16:creationId xmlns:a16="http://schemas.microsoft.com/office/drawing/2014/main" id="{BF2CD3F9-91F8-7236-2E02-81F0B76EEB3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4584" y="196449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207" name="Parallelogram 206">
              <a:extLst>
                <a:ext uri="{FF2B5EF4-FFF2-40B4-BE49-F238E27FC236}">
                  <a16:creationId xmlns:a16="http://schemas.microsoft.com/office/drawing/2014/main" id="{A9D529DF-5892-B925-9F31-2D21B7E65EF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2426" y="2367182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208" name="Parallelogram 207">
              <a:extLst>
                <a:ext uri="{FF2B5EF4-FFF2-40B4-BE49-F238E27FC236}">
                  <a16:creationId xmlns:a16="http://schemas.microsoft.com/office/drawing/2014/main" id="{32544673-AD4F-90D1-39D9-880A051B2A2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5353" y="22356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209" name="Parallelogram 208">
              <a:extLst>
                <a:ext uri="{FF2B5EF4-FFF2-40B4-BE49-F238E27FC236}">
                  <a16:creationId xmlns:a16="http://schemas.microsoft.com/office/drawing/2014/main" id="{EC2849F4-0AF0-5BD3-E30B-2C1E28F885A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6849" y="2110007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210" name="Parallelogram 209">
              <a:extLst>
                <a:ext uri="{FF2B5EF4-FFF2-40B4-BE49-F238E27FC236}">
                  <a16:creationId xmlns:a16="http://schemas.microsoft.com/office/drawing/2014/main" id="{D8797315-4192-9BE1-E5A3-273F87117579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9776" y="19785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211" name="Parallelogram 210">
              <a:extLst>
                <a:ext uri="{FF2B5EF4-FFF2-40B4-BE49-F238E27FC236}">
                  <a16:creationId xmlns:a16="http://schemas.microsoft.com/office/drawing/2014/main" id="{1A7F4837-49F6-C42A-E87F-F95604236886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2702" y="184807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212" name="Parallelogram 211">
              <a:extLst>
                <a:ext uri="{FF2B5EF4-FFF2-40B4-BE49-F238E27FC236}">
                  <a16:creationId xmlns:a16="http://schemas.microsoft.com/office/drawing/2014/main" id="{4628266B-BE3E-EEA0-DC17-A1D5092268C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5629" y="171656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C9A6332-7A52-0BB5-E7FB-BC667B8246AE}"/>
              </a:ext>
            </a:extLst>
          </p:cNvPr>
          <p:cNvGrpSpPr/>
          <p:nvPr/>
        </p:nvGrpSpPr>
        <p:grpSpPr>
          <a:xfrm>
            <a:off x="1736520" y="617095"/>
            <a:ext cx="1077536" cy="1498183"/>
            <a:chOff x="2507530" y="1530349"/>
            <a:chExt cx="1346920" cy="1872727"/>
          </a:xfrm>
        </p:grpSpPr>
        <p:sp>
          <p:nvSpPr>
            <p:cNvPr id="163" name="Parallelogram 162">
              <a:extLst>
                <a:ext uri="{FF2B5EF4-FFF2-40B4-BE49-F238E27FC236}">
                  <a16:creationId xmlns:a16="http://schemas.microsoft.com/office/drawing/2014/main" id="{6F8994A6-83B9-7F24-61A8-6A3096A5B64A}"/>
                </a:ext>
              </a:extLst>
            </p:cNvPr>
            <p:cNvSpPr/>
            <p:nvPr/>
          </p:nvSpPr>
          <p:spPr>
            <a:xfrm rot="16200000" flipV="1">
              <a:off x="2244626" y="1793253"/>
              <a:ext cx="1872727" cy="1346920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10000"/>
                <a:lumOff val="9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64" name="Parallelogram 163">
              <a:extLst>
                <a:ext uri="{FF2B5EF4-FFF2-40B4-BE49-F238E27FC236}">
                  <a16:creationId xmlns:a16="http://schemas.microsoft.com/office/drawing/2014/main" id="{BF28BFC4-EE82-8CDA-59B0-25AA431F81F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7637" y="31110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65" name="Parallelogram 164">
              <a:extLst>
                <a:ext uri="{FF2B5EF4-FFF2-40B4-BE49-F238E27FC236}">
                  <a16:creationId xmlns:a16="http://schemas.microsoft.com/office/drawing/2014/main" id="{16E52CD7-5E87-B420-80F2-D1C909CF7517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0564" y="297952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66" name="Parallelogram 165">
              <a:extLst>
                <a:ext uri="{FF2B5EF4-FFF2-40B4-BE49-F238E27FC236}">
                  <a16:creationId xmlns:a16="http://schemas.microsoft.com/office/drawing/2014/main" id="{C6BD5865-BB7A-4EBD-5962-4BCA8B9B228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2060" y="28538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67" name="Parallelogram 166">
              <a:extLst>
                <a:ext uri="{FF2B5EF4-FFF2-40B4-BE49-F238E27FC236}">
                  <a16:creationId xmlns:a16="http://schemas.microsoft.com/office/drawing/2014/main" id="{41C1AE6E-B938-8243-8E75-D266D149E1D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4987" y="272235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68" name="Parallelogram 167">
              <a:extLst>
                <a:ext uri="{FF2B5EF4-FFF2-40B4-BE49-F238E27FC236}">
                  <a16:creationId xmlns:a16="http://schemas.microsoft.com/office/drawing/2014/main" id="{50C1441B-4E8A-7B88-6B3F-6C2AB02A2CF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7913" y="259191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69" name="Parallelogram 168">
              <a:extLst>
                <a:ext uri="{FF2B5EF4-FFF2-40B4-BE49-F238E27FC236}">
                  <a16:creationId xmlns:a16="http://schemas.microsoft.com/office/drawing/2014/main" id="{847B4F9D-AEB3-D90F-8AD0-EC5167AF3CC9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0840" y="2460414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70" name="Parallelogram 169">
              <a:extLst>
                <a:ext uri="{FF2B5EF4-FFF2-40B4-BE49-F238E27FC236}">
                  <a16:creationId xmlns:a16="http://schemas.microsoft.com/office/drawing/2014/main" id="{C14EEF6A-F3CA-4E05-D8B8-D1E3082D1ED9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28682" y="286945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71" name="Parallelogram 170">
              <a:extLst>
                <a:ext uri="{FF2B5EF4-FFF2-40B4-BE49-F238E27FC236}">
                  <a16:creationId xmlns:a16="http://schemas.microsoft.com/office/drawing/2014/main" id="{C7C14114-C1A5-E09A-5A6A-41877B31213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1609" y="27379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72" name="Parallelogram 171">
              <a:extLst>
                <a:ext uri="{FF2B5EF4-FFF2-40B4-BE49-F238E27FC236}">
                  <a16:creationId xmlns:a16="http://schemas.microsoft.com/office/drawing/2014/main" id="{9735B1C2-CB5B-CB87-8D8A-6EFEBCB5707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3105" y="26122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73" name="Parallelogram 172">
              <a:extLst>
                <a:ext uri="{FF2B5EF4-FFF2-40B4-BE49-F238E27FC236}">
                  <a16:creationId xmlns:a16="http://schemas.microsoft.com/office/drawing/2014/main" id="{226565F5-425F-B780-4349-527FC5D4474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6032" y="248077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74" name="Parallelogram 173">
              <a:extLst>
                <a:ext uri="{FF2B5EF4-FFF2-40B4-BE49-F238E27FC236}">
                  <a16:creationId xmlns:a16="http://schemas.microsoft.com/office/drawing/2014/main" id="{5ADB1F7E-21B6-ED5B-E223-0D8BA4A76141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398958" y="235034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75" name="Parallelogram 174">
              <a:extLst>
                <a:ext uri="{FF2B5EF4-FFF2-40B4-BE49-F238E27FC236}">
                  <a16:creationId xmlns:a16="http://schemas.microsoft.com/office/drawing/2014/main" id="{48A59FEE-0660-FD44-8A8F-0294881D98C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1885" y="221884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76" name="Parallelogram 175">
              <a:extLst>
                <a:ext uri="{FF2B5EF4-FFF2-40B4-BE49-F238E27FC236}">
                  <a16:creationId xmlns:a16="http://schemas.microsoft.com/office/drawing/2014/main" id="{EC9AA6BC-D4D0-FCBC-B3D5-F3BADF180B7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41381" y="26151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77" name="Parallelogram 176">
              <a:extLst>
                <a:ext uri="{FF2B5EF4-FFF2-40B4-BE49-F238E27FC236}">
                  <a16:creationId xmlns:a16="http://schemas.microsoft.com/office/drawing/2014/main" id="{8862E186-9FE7-5BC1-035C-9255875EF4D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4308" y="248360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78" name="Parallelogram 177">
              <a:extLst>
                <a:ext uri="{FF2B5EF4-FFF2-40B4-BE49-F238E27FC236}">
                  <a16:creationId xmlns:a16="http://schemas.microsoft.com/office/drawing/2014/main" id="{0B340151-1B4E-8C40-B2DB-CB8243AC15C7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5804" y="235793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79" name="Parallelogram 178">
              <a:extLst>
                <a:ext uri="{FF2B5EF4-FFF2-40B4-BE49-F238E27FC236}">
                  <a16:creationId xmlns:a16="http://schemas.microsoft.com/office/drawing/2014/main" id="{AB7ADFE6-FD0D-77D1-3A44-52CD7C6C3B36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8731" y="22264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80" name="Parallelogram 179">
              <a:extLst>
                <a:ext uri="{FF2B5EF4-FFF2-40B4-BE49-F238E27FC236}">
                  <a16:creationId xmlns:a16="http://schemas.microsoft.com/office/drawing/2014/main" id="{03CC2EDB-9B02-FB8D-4951-8BB1F297166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11657" y="209599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81" name="Parallelogram 180">
              <a:extLst>
                <a:ext uri="{FF2B5EF4-FFF2-40B4-BE49-F238E27FC236}">
                  <a16:creationId xmlns:a16="http://schemas.microsoft.com/office/drawing/2014/main" id="{980B2206-67BC-F86D-2782-DEAAF82E9DF6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4584" y="196449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82" name="Parallelogram 181">
              <a:extLst>
                <a:ext uri="{FF2B5EF4-FFF2-40B4-BE49-F238E27FC236}">
                  <a16:creationId xmlns:a16="http://schemas.microsoft.com/office/drawing/2014/main" id="{81C577B9-F3D2-9AC2-80EB-FD81C5F4063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2426" y="2367182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83" name="Parallelogram 182">
              <a:extLst>
                <a:ext uri="{FF2B5EF4-FFF2-40B4-BE49-F238E27FC236}">
                  <a16:creationId xmlns:a16="http://schemas.microsoft.com/office/drawing/2014/main" id="{23E93522-2095-AD78-4441-0288D9A0DA79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5353" y="22356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84" name="Parallelogram 183">
              <a:extLst>
                <a:ext uri="{FF2B5EF4-FFF2-40B4-BE49-F238E27FC236}">
                  <a16:creationId xmlns:a16="http://schemas.microsoft.com/office/drawing/2014/main" id="{0FE0BD85-959C-1EE1-AE58-CE7F2CF752C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6849" y="2110007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85" name="Parallelogram 184">
              <a:extLst>
                <a:ext uri="{FF2B5EF4-FFF2-40B4-BE49-F238E27FC236}">
                  <a16:creationId xmlns:a16="http://schemas.microsoft.com/office/drawing/2014/main" id="{E4782BE8-7756-7FA5-4763-38EAEF74DFD8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9776" y="19785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86" name="Parallelogram 185">
              <a:extLst>
                <a:ext uri="{FF2B5EF4-FFF2-40B4-BE49-F238E27FC236}">
                  <a16:creationId xmlns:a16="http://schemas.microsoft.com/office/drawing/2014/main" id="{9BDBCF06-EE06-DF6C-707A-E87AD02E0DA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2702" y="184807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87" name="Parallelogram 186">
              <a:extLst>
                <a:ext uri="{FF2B5EF4-FFF2-40B4-BE49-F238E27FC236}">
                  <a16:creationId xmlns:a16="http://schemas.microsoft.com/office/drawing/2014/main" id="{D659C5BD-AFC0-ECD6-E6D9-CAC66BDBE6B4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5629" y="171656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34CF87-217C-7CC1-5C7D-B28DAB970EA7}"/>
              </a:ext>
            </a:extLst>
          </p:cNvPr>
          <p:cNvGrpSpPr/>
          <p:nvPr/>
        </p:nvGrpSpPr>
        <p:grpSpPr>
          <a:xfrm>
            <a:off x="2040094" y="707565"/>
            <a:ext cx="1077536" cy="1498183"/>
            <a:chOff x="2507530" y="1530349"/>
            <a:chExt cx="1346920" cy="1872727"/>
          </a:xfrm>
        </p:grpSpPr>
        <p:sp>
          <p:nvSpPr>
            <p:cNvPr id="134" name="Parallelogram 133">
              <a:extLst>
                <a:ext uri="{FF2B5EF4-FFF2-40B4-BE49-F238E27FC236}">
                  <a16:creationId xmlns:a16="http://schemas.microsoft.com/office/drawing/2014/main" id="{33A503BC-7FF6-B450-53BB-E8D45ED4726A}"/>
                </a:ext>
              </a:extLst>
            </p:cNvPr>
            <p:cNvSpPr/>
            <p:nvPr/>
          </p:nvSpPr>
          <p:spPr>
            <a:xfrm rot="16200000" flipV="1">
              <a:off x="2244626" y="1793253"/>
              <a:ext cx="1872727" cy="1346920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10000"/>
                <a:lumOff val="9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35" name="Parallelogram 134">
              <a:extLst>
                <a:ext uri="{FF2B5EF4-FFF2-40B4-BE49-F238E27FC236}">
                  <a16:creationId xmlns:a16="http://schemas.microsoft.com/office/drawing/2014/main" id="{4A6F41F6-2F27-6E87-4D0F-C008D14E6DD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7637" y="31110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36" name="Parallelogram 135">
              <a:extLst>
                <a:ext uri="{FF2B5EF4-FFF2-40B4-BE49-F238E27FC236}">
                  <a16:creationId xmlns:a16="http://schemas.microsoft.com/office/drawing/2014/main" id="{96B6A815-1A02-D220-0F41-EA974B81C2F4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0564" y="297952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37" name="Parallelogram 136">
              <a:extLst>
                <a:ext uri="{FF2B5EF4-FFF2-40B4-BE49-F238E27FC236}">
                  <a16:creationId xmlns:a16="http://schemas.microsoft.com/office/drawing/2014/main" id="{8342B7C9-08C5-D80C-D4FA-B9A86D3A88E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2060" y="28538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38" name="Parallelogram 137">
              <a:extLst>
                <a:ext uri="{FF2B5EF4-FFF2-40B4-BE49-F238E27FC236}">
                  <a16:creationId xmlns:a16="http://schemas.microsoft.com/office/drawing/2014/main" id="{3D50FA1B-C496-ADFF-94AD-593638137B2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4987" y="272235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39" name="Parallelogram 138">
              <a:extLst>
                <a:ext uri="{FF2B5EF4-FFF2-40B4-BE49-F238E27FC236}">
                  <a16:creationId xmlns:a16="http://schemas.microsoft.com/office/drawing/2014/main" id="{356CE481-5A56-7FE9-3B10-4BAFAC359A54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7913" y="259191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40" name="Parallelogram 139">
              <a:extLst>
                <a:ext uri="{FF2B5EF4-FFF2-40B4-BE49-F238E27FC236}">
                  <a16:creationId xmlns:a16="http://schemas.microsoft.com/office/drawing/2014/main" id="{5C6A80EB-7E8B-F8EF-5238-7DA93AAAE676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0840" y="2460414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41" name="Parallelogram 140">
              <a:extLst>
                <a:ext uri="{FF2B5EF4-FFF2-40B4-BE49-F238E27FC236}">
                  <a16:creationId xmlns:a16="http://schemas.microsoft.com/office/drawing/2014/main" id="{503B3BEC-43D0-BC8D-E2F4-608A1A1A542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28682" y="286945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42" name="Parallelogram 141">
              <a:extLst>
                <a:ext uri="{FF2B5EF4-FFF2-40B4-BE49-F238E27FC236}">
                  <a16:creationId xmlns:a16="http://schemas.microsoft.com/office/drawing/2014/main" id="{D77FE9C2-DCDD-8C9A-364D-C0458BFD54B7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1609" y="27379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43" name="Parallelogram 142">
              <a:extLst>
                <a:ext uri="{FF2B5EF4-FFF2-40B4-BE49-F238E27FC236}">
                  <a16:creationId xmlns:a16="http://schemas.microsoft.com/office/drawing/2014/main" id="{CC5042BA-C5E4-EA59-FE18-094E97BE8DF6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3105" y="26122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44" name="Parallelogram 143">
              <a:extLst>
                <a:ext uri="{FF2B5EF4-FFF2-40B4-BE49-F238E27FC236}">
                  <a16:creationId xmlns:a16="http://schemas.microsoft.com/office/drawing/2014/main" id="{21FBB6AE-09FA-F795-8093-6D6E8D0973B1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6032" y="248077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45" name="Parallelogram 144">
              <a:extLst>
                <a:ext uri="{FF2B5EF4-FFF2-40B4-BE49-F238E27FC236}">
                  <a16:creationId xmlns:a16="http://schemas.microsoft.com/office/drawing/2014/main" id="{99FDD8C4-97CC-F14F-733C-AEE6BC4A899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398958" y="235034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47" name="Parallelogram 146">
              <a:extLst>
                <a:ext uri="{FF2B5EF4-FFF2-40B4-BE49-F238E27FC236}">
                  <a16:creationId xmlns:a16="http://schemas.microsoft.com/office/drawing/2014/main" id="{9807A0D0-C0B2-5DA4-6A55-564319757341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1885" y="221884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49" name="Parallelogram 148">
              <a:extLst>
                <a:ext uri="{FF2B5EF4-FFF2-40B4-BE49-F238E27FC236}">
                  <a16:creationId xmlns:a16="http://schemas.microsoft.com/office/drawing/2014/main" id="{4ADFC242-AAB5-4288-22BE-8D0AAAF483A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41381" y="26151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50" name="Parallelogram 149">
              <a:extLst>
                <a:ext uri="{FF2B5EF4-FFF2-40B4-BE49-F238E27FC236}">
                  <a16:creationId xmlns:a16="http://schemas.microsoft.com/office/drawing/2014/main" id="{56C092E1-1B37-174B-C98D-7605D664AED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4308" y="248360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51" name="Parallelogram 150">
              <a:extLst>
                <a:ext uri="{FF2B5EF4-FFF2-40B4-BE49-F238E27FC236}">
                  <a16:creationId xmlns:a16="http://schemas.microsoft.com/office/drawing/2014/main" id="{307B2229-7140-91D6-A4D5-8C43B5E8D95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5804" y="235793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52" name="Parallelogram 151">
              <a:extLst>
                <a:ext uri="{FF2B5EF4-FFF2-40B4-BE49-F238E27FC236}">
                  <a16:creationId xmlns:a16="http://schemas.microsoft.com/office/drawing/2014/main" id="{55C3BBA6-4AFB-35C8-7CF4-D56ABC71407B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8731" y="22264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54" name="Parallelogram 153">
              <a:extLst>
                <a:ext uri="{FF2B5EF4-FFF2-40B4-BE49-F238E27FC236}">
                  <a16:creationId xmlns:a16="http://schemas.microsoft.com/office/drawing/2014/main" id="{8C2F5807-D8D2-EA06-5D91-B7F365A3D21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11657" y="209599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56" name="Parallelogram 155">
              <a:extLst>
                <a:ext uri="{FF2B5EF4-FFF2-40B4-BE49-F238E27FC236}">
                  <a16:creationId xmlns:a16="http://schemas.microsoft.com/office/drawing/2014/main" id="{C000C891-8830-0B79-539A-775A6CED3CA6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4584" y="196449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57" name="Parallelogram 156">
              <a:extLst>
                <a:ext uri="{FF2B5EF4-FFF2-40B4-BE49-F238E27FC236}">
                  <a16:creationId xmlns:a16="http://schemas.microsoft.com/office/drawing/2014/main" id="{952D08EC-EE5F-70D1-F344-1F791B85892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2426" y="2367182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58" name="Parallelogram 157">
              <a:extLst>
                <a:ext uri="{FF2B5EF4-FFF2-40B4-BE49-F238E27FC236}">
                  <a16:creationId xmlns:a16="http://schemas.microsoft.com/office/drawing/2014/main" id="{EBE8F341-B383-6BC1-252A-BF647F6FE54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5353" y="22356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59" name="Parallelogram 158">
              <a:extLst>
                <a:ext uri="{FF2B5EF4-FFF2-40B4-BE49-F238E27FC236}">
                  <a16:creationId xmlns:a16="http://schemas.microsoft.com/office/drawing/2014/main" id="{BB1C705F-B4E9-9F03-501C-C9BA07802F47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6849" y="2110007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60" name="Parallelogram 159">
              <a:extLst>
                <a:ext uri="{FF2B5EF4-FFF2-40B4-BE49-F238E27FC236}">
                  <a16:creationId xmlns:a16="http://schemas.microsoft.com/office/drawing/2014/main" id="{763E7C41-A4DF-7322-C72D-4614DB27915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9776" y="19785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61" name="Parallelogram 160">
              <a:extLst>
                <a:ext uri="{FF2B5EF4-FFF2-40B4-BE49-F238E27FC236}">
                  <a16:creationId xmlns:a16="http://schemas.microsoft.com/office/drawing/2014/main" id="{C871C5DF-43B4-CC93-89D8-D65DDB6EF838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2702" y="184807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62" name="Parallelogram 161">
              <a:extLst>
                <a:ext uri="{FF2B5EF4-FFF2-40B4-BE49-F238E27FC236}">
                  <a16:creationId xmlns:a16="http://schemas.microsoft.com/office/drawing/2014/main" id="{711E02A4-4A2C-43AB-7377-2B05DD720FB9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5629" y="171656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95A5DF9-C90E-DD3A-4E88-2FB23ACE576F}"/>
              </a:ext>
            </a:extLst>
          </p:cNvPr>
          <p:cNvSpPr txBox="1"/>
          <p:nvPr/>
        </p:nvSpPr>
        <p:spPr>
          <a:xfrm>
            <a:off x="1655975" y="244036"/>
            <a:ext cx="2486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noProof="0" dirty="0"/>
              <a:t>Coarse estimator and Beamformer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15A17A-F9DC-E1F3-7A58-745DC90401ED}"/>
              </a:ext>
            </a:extLst>
          </p:cNvPr>
          <p:cNvGrpSpPr/>
          <p:nvPr/>
        </p:nvGrpSpPr>
        <p:grpSpPr>
          <a:xfrm>
            <a:off x="2420719" y="837109"/>
            <a:ext cx="1077536" cy="1498183"/>
            <a:chOff x="2507530" y="1530349"/>
            <a:chExt cx="1346920" cy="1872727"/>
          </a:xfrm>
        </p:grpSpPr>
        <p:sp>
          <p:nvSpPr>
            <p:cNvPr id="109" name="Parallelogram 108">
              <a:extLst>
                <a:ext uri="{FF2B5EF4-FFF2-40B4-BE49-F238E27FC236}">
                  <a16:creationId xmlns:a16="http://schemas.microsoft.com/office/drawing/2014/main" id="{1BBDD0D7-4E17-FD34-805F-8C54CD24BA6D}"/>
                </a:ext>
              </a:extLst>
            </p:cNvPr>
            <p:cNvSpPr/>
            <p:nvPr/>
          </p:nvSpPr>
          <p:spPr>
            <a:xfrm rot="16200000" flipV="1">
              <a:off x="2244626" y="1793253"/>
              <a:ext cx="1872727" cy="1346920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10000"/>
                <a:lumOff val="9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10" name="Parallelogram 109">
              <a:extLst>
                <a:ext uri="{FF2B5EF4-FFF2-40B4-BE49-F238E27FC236}">
                  <a16:creationId xmlns:a16="http://schemas.microsoft.com/office/drawing/2014/main" id="{8FFB8694-FC95-29D9-7BA7-B0C7CF47A8A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7637" y="31110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11" name="Parallelogram 110">
              <a:extLst>
                <a:ext uri="{FF2B5EF4-FFF2-40B4-BE49-F238E27FC236}">
                  <a16:creationId xmlns:a16="http://schemas.microsoft.com/office/drawing/2014/main" id="{D1F465B0-3F39-F1E6-4B8A-C62C306878E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0564" y="297952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12" name="Parallelogram 111">
              <a:extLst>
                <a:ext uri="{FF2B5EF4-FFF2-40B4-BE49-F238E27FC236}">
                  <a16:creationId xmlns:a16="http://schemas.microsoft.com/office/drawing/2014/main" id="{525DCB70-77B3-2604-E8B2-D47FF8DFB32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2060" y="28538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13" name="Parallelogram 112">
              <a:extLst>
                <a:ext uri="{FF2B5EF4-FFF2-40B4-BE49-F238E27FC236}">
                  <a16:creationId xmlns:a16="http://schemas.microsoft.com/office/drawing/2014/main" id="{C7AA5F29-098A-7147-AE84-BBFBD706ADD9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4987" y="272235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14" name="Parallelogram 113">
              <a:extLst>
                <a:ext uri="{FF2B5EF4-FFF2-40B4-BE49-F238E27FC236}">
                  <a16:creationId xmlns:a16="http://schemas.microsoft.com/office/drawing/2014/main" id="{D17A4C61-A7F9-3842-9FC5-156505A82A8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7913" y="2591916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15" name="Parallelogram 114">
              <a:extLst>
                <a:ext uri="{FF2B5EF4-FFF2-40B4-BE49-F238E27FC236}">
                  <a16:creationId xmlns:a16="http://schemas.microsoft.com/office/drawing/2014/main" id="{E6A41E81-E484-0C7B-56F9-A2974FA940D6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0840" y="2460414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16" name="Parallelogram 115">
              <a:extLst>
                <a:ext uri="{FF2B5EF4-FFF2-40B4-BE49-F238E27FC236}">
                  <a16:creationId xmlns:a16="http://schemas.microsoft.com/office/drawing/2014/main" id="{40C2EA91-699F-6725-A452-4117104E06C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28682" y="286945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17" name="Parallelogram 116">
              <a:extLst>
                <a:ext uri="{FF2B5EF4-FFF2-40B4-BE49-F238E27FC236}">
                  <a16:creationId xmlns:a16="http://schemas.microsoft.com/office/drawing/2014/main" id="{F0BAA996-5ABB-AD2C-BA40-84E0AB62894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1609" y="273795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18" name="Parallelogram 117">
              <a:extLst>
                <a:ext uri="{FF2B5EF4-FFF2-40B4-BE49-F238E27FC236}">
                  <a16:creationId xmlns:a16="http://schemas.microsoft.com/office/drawing/2014/main" id="{9965B63F-5D45-03DE-B152-358DACCE103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3105" y="26122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19" name="Parallelogram 118">
              <a:extLst>
                <a:ext uri="{FF2B5EF4-FFF2-40B4-BE49-F238E27FC236}">
                  <a16:creationId xmlns:a16="http://schemas.microsoft.com/office/drawing/2014/main" id="{A2248043-CDB8-E80E-CA07-E098B6330C0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6032" y="248077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20" name="Parallelogram 119">
              <a:extLst>
                <a:ext uri="{FF2B5EF4-FFF2-40B4-BE49-F238E27FC236}">
                  <a16:creationId xmlns:a16="http://schemas.microsoft.com/office/drawing/2014/main" id="{B5A5ED65-F382-7FB2-CB8A-55AD7B64657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398958" y="235034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21" name="Parallelogram 120">
              <a:extLst>
                <a:ext uri="{FF2B5EF4-FFF2-40B4-BE49-F238E27FC236}">
                  <a16:creationId xmlns:a16="http://schemas.microsoft.com/office/drawing/2014/main" id="{80C87E47-A4D3-62E2-251C-C1987CB2921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1885" y="221884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22" name="Parallelogram 121">
              <a:extLst>
                <a:ext uri="{FF2B5EF4-FFF2-40B4-BE49-F238E27FC236}">
                  <a16:creationId xmlns:a16="http://schemas.microsoft.com/office/drawing/2014/main" id="{3A63B708-F980-4B33-25E4-69CD88B871A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41381" y="26151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23" name="Parallelogram 122">
              <a:extLst>
                <a:ext uri="{FF2B5EF4-FFF2-40B4-BE49-F238E27FC236}">
                  <a16:creationId xmlns:a16="http://schemas.microsoft.com/office/drawing/2014/main" id="{22FCBA86-166F-5A61-6BEA-1FCA06E3A50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64308" y="248360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24" name="Parallelogram 123">
              <a:extLst>
                <a:ext uri="{FF2B5EF4-FFF2-40B4-BE49-F238E27FC236}">
                  <a16:creationId xmlns:a16="http://schemas.microsoft.com/office/drawing/2014/main" id="{EA22BEB6-0ADF-84CE-7B47-9926F45B5DE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65804" y="235793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25" name="Parallelogram 124">
              <a:extLst>
                <a:ext uri="{FF2B5EF4-FFF2-40B4-BE49-F238E27FC236}">
                  <a16:creationId xmlns:a16="http://schemas.microsoft.com/office/drawing/2014/main" id="{8AAD0987-D3AE-F35E-EA6F-EDA1394D322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88731" y="222642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26" name="Parallelogram 125">
              <a:extLst>
                <a:ext uri="{FF2B5EF4-FFF2-40B4-BE49-F238E27FC236}">
                  <a16:creationId xmlns:a16="http://schemas.microsoft.com/office/drawing/2014/main" id="{91A75BE9-1A6A-7BC8-96AB-5AAB436307B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11657" y="2095993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27" name="Parallelogram 126">
              <a:extLst>
                <a:ext uri="{FF2B5EF4-FFF2-40B4-BE49-F238E27FC236}">
                  <a16:creationId xmlns:a16="http://schemas.microsoft.com/office/drawing/2014/main" id="{1A0F752B-36D9-544F-AD9A-0798E7A7E81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34584" y="1964491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28" name="Parallelogram 127">
              <a:extLst>
                <a:ext uri="{FF2B5EF4-FFF2-40B4-BE49-F238E27FC236}">
                  <a16:creationId xmlns:a16="http://schemas.microsoft.com/office/drawing/2014/main" id="{DD9E6D57-9C28-9048-DAFF-77013D74DA36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532426" y="2367182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29" name="Parallelogram 128">
              <a:extLst>
                <a:ext uri="{FF2B5EF4-FFF2-40B4-BE49-F238E27FC236}">
                  <a16:creationId xmlns:a16="http://schemas.microsoft.com/office/drawing/2014/main" id="{CF511BF1-8E5F-840D-1760-9269F34BF21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755353" y="223568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30" name="Parallelogram 129">
              <a:extLst>
                <a:ext uri="{FF2B5EF4-FFF2-40B4-BE49-F238E27FC236}">
                  <a16:creationId xmlns:a16="http://schemas.microsoft.com/office/drawing/2014/main" id="{CE380869-EBC4-CF7D-2642-55E2B8EDF066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956849" y="2110007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31" name="Parallelogram 130">
              <a:extLst>
                <a:ext uri="{FF2B5EF4-FFF2-40B4-BE49-F238E27FC236}">
                  <a16:creationId xmlns:a16="http://schemas.microsoft.com/office/drawing/2014/main" id="{819D3BAB-DA70-5FED-958D-574CA0C732F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179776" y="1978505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32" name="Parallelogram 131">
              <a:extLst>
                <a:ext uri="{FF2B5EF4-FFF2-40B4-BE49-F238E27FC236}">
                  <a16:creationId xmlns:a16="http://schemas.microsoft.com/office/drawing/2014/main" id="{1711F4D6-E80F-F866-7280-D15BB9EB250B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402702" y="1848070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  <p:sp>
          <p:nvSpPr>
            <p:cNvPr id="133" name="Parallelogram 132">
              <a:extLst>
                <a:ext uri="{FF2B5EF4-FFF2-40B4-BE49-F238E27FC236}">
                  <a16:creationId xmlns:a16="http://schemas.microsoft.com/office/drawing/2014/main" id="{01321472-661A-E560-DC8D-AF9629CDAB5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625629" y="1716568"/>
              <a:ext cx="204788" cy="137991"/>
            </a:xfrm>
            <a:prstGeom prst="parallelogram">
              <a:avLst>
                <a:gd name="adj" fmla="val 6108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9FF7106-4D49-5498-17D6-85759B20DB68}"/>
              </a:ext>
            </a:extLst>
          </p:cNvPr>
          <p:cNvGrpSpPr>
            <a:grpSpLocks noChangeAspect="1"/>
          </p:cNvGrpSpPr>
          <p:nvPr/>
        </p:nvGrpSpPr>
        <p:grpSpPr>
          <a:xfrm rot="9175072">
            <a:off x="3937319" y="1463763"/>
            <a:ext cx="286722" cy="590900"/>
            <a:chOff x="1562125" y="646334"/>
            <a:chExt cx="503836" cy="1038348"/>
          </a:xfrm>
        </p:grpSpPr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E035665-B150-7EC3-4506-2FD08C1BE25B}"/>
                </a:ext>
              </a:extLst>
            </p:cNvPr>
            <p:cNvSpPr/>
            <p:nvPr/>
          </p:nvSpPr>
          <p:spPr>
            <a:xfrm rot="3269968" flipV="1">
              <a:off x="1310379" y="1127408"/>
              <a:ext cx="1038348" cy="76200"/>
            </a:xfrm>
            <a:custGeom>
              <a:avLst/>
              <a:gdLst>
                <a:gd name="connsiteX0" fmla="*/ 0 w 4991100"/>
                <a:gd name="connsiteY0" fmla="*/ 914404 h 914418"/>
                <a:gd name="connsiteX1" fmla="*/ 901700 w 4991100"/>
                <a:gd name="connsiteY1" fmla="*/ 25404 h 914418"/>
                <a:gd name="connsiteX2" fmla="*/ 1816100 w 4991100"/>
                <a:gd name="connsiteY2" fmla="*/ 914404 h 914418"/>
                <a:gd name="connsiteX3" fmla="*/ 2717800 w 4991100"/>
                <a:gd name="connsiteY3" fmla="*/ 4 h 914418"/>
                <a:gd name="connsiteX4" fmla="*/ 3644900 w 4991100"/>
                <a:gd name="connsiteY4" fmla="*/ 901704 h 914418"/>
                <a:gd name="connsiteX5" fmla="*/ 4533900 w 4991100"/>
                <a:gd name="connsiteY5" fmla="*/ 457204 h 914418"/>
                <a:gd name="connsiteX6" fmla="*/ 4991100 w 4991100"/>
                <a:gd name="connsiteY6" fmla="*/ 355604 h 91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91100" h="914418">
                  <a:moveTo>
                    <a:pt x="0" y="914404"/>
                  </a:moveTo>
                  <a:cubicBezTo>
                    <a:pt x="299508" y="469904"/>
                    <a:pt x="599017" y="25404"/>
                    <a:pt x="901700" y="25404"/>
                  </a:cubicBezTo>
                  <a:cubicBezTo>
                    <a:pt x="1204383" y="25404"/>
                    <a:pt x="1513417" y="918637"/>
                    <a:pt x="1816100" y="914404"/>
                  </a:cubicBezTo>
                  <a:cubicBezTo>
                    <a:pt x="2118783" y="910171"/>
                    <a:pt x="2413000" y="2121"/>
                    <a:pt x="2717800" y="4"/>
                  </a:cubicBezTo>
                  <a:cubicBezTo>
                    <a:pt x="3022600" y="-2113"/>
                    <a:pt x="3342217" y="825504"/>
                    <a:pt x="3644900" y="901704"/>
                  </a:cubicBezTo>
                  <a:cubicBezTo>
                    <a:pt x="3947583" y="977904"/>
                    <a:pt x="4309533" y="548221"/>
                    <a:pt x="4533900" y="457204"/>
                  </a:cubicBezTo>
                  <a:cubicBezTo>
                    <a:pt x="4758267" y="366187"/>
                    <a:pt x="4874683" y="360895"/>
                    <a:pt x="4991100" y="355604"/>
                  </a:cubicBezTo>
                </a:path>
              </a:pathLst>
            </a:custGeom>
            <a:ln w="31750">
              <a:tailEnd type="triangle" w="lg" len="lg"/>
            </a:ln>
            <a:effectLst>
              <a:glow rad="4572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00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B235250-CF67-56EC-78CF-B2D5FF0FE515}"/>
                </a:ext>
              </a:extLst>
            </p:cNvPr>
            <p:cNvSpPr/>
            <p:nvPr/>
          </p:nvSpPr>
          <p:spPr>
            <a:xfrm rot="3269968" flipV="1">
              <a:off x="1615088" y="994589"/>
              <a:ext cx="783907" cy="117839"/>
            </a:xfrm>
            <a:custGeom>
              <a:avLst/>
              <a:gdLst>
                <a:gd name="connsiteX0" fmla="*/ 0 w 4991100"/>
                <a:gd name="connsiteY0" fmla="*/ 914404 h 914418"/>
                <a:gd name="connsiteX1" fmla="*/ 901700 w 4991100"/>
                <a:gd name="connsiteY1" fmla="*/ 25404 h 914418"/>
                <a:gd name="connsiteX2" fmla="*/ 1816100 w 4991100"/>
                <a:gd name="connsiteY2" fmla="*/ 914404 h 914418"/>
                <a:gd name="connsiteX3" fmla="*/ 2717800 w 4991100"/>
                <a:gd name="connsiteY3" fmla="*/ 4 h 914418"/>
                <a:gd name="connsiteX4" fmla="*/ 3644900 w 4991100"/>
                <a:gd name="connsiteY4" fmla="*/ 901704 h 914418"/>
                <a:gd name="connsiteX5" fmla="*/ 4533900 w 4991100"/>
                <a:gd name="connsiteY5" fmla="*/ 457204 h 914418"/>
                <a:gd name="connsiteX6" fmla="*/ 4991100 w 4991100"/>
                <a:gd name="connsiteY6" fmla="*/ 355604 h 91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91100" h="914418">
                  <a:moveTo>
                    <a:pt x="0" y="914404"/>
                  </a:moveTo>
                  <a:cubicBezTo>
                    <a:pt x="299508" y="469904"/>
                    <a:pt x="599017" y="25404"/>
                    <a:pt x="901700" y="25404"/>
                  </a:cubicBezTo>
                  <a:cubicBezTo>
                    <a:pt x="1204383" y="25404"/>
                    <a:pt x="1513417" y="918637"/>
                    <a:pt x="1816100" y="914404"/>
                  </a:cubicBezTo>
                  <a:cubicBezTo>
                    <a:pt x="2118783" y="910171"/>
                    <a:pt x="2413000" y="2121"/>
                    <a:pt x="2717800" y="4"/>
                  </a:cubicBezTo>
                  <a:cubicBezTo>
                    <a:pt x="3022600" y="-2113"/>
                    <a:pt x="3342217" y="825504"/>
                    <a:pt x="3644900" y="901704"/>
                  </a:cubicBezTo>
                  <a:cubicBezTo>
                    <a:pt x="3947583" y="977904"/>
                    <a:pt x="4309533" y="548221"/>
                    <a:pt x="4533900" y="457204"/>
                  </a:cubicBezTo>
                  <a:cubicBezTo>
                    <a:pt x="4758267" y="366187"/>
                    <a:pt x="4874683" y="360895"/>
                    <a:pt x="4991100" y="355604"/>
                  </a:cubicBezTo>
                </a:path>
              </a:pathLst>
            </a:custGeom>
            <a:ln w="31750">
              <a:tailEnd type="triangle" w="lg" len="lg"/>
            </a:ln>
            <a:effectLst>
              <a:glow rad="4572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00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84C352F2-4A18-FCE2-6352-E9803BA06C58}"/>
                </a:ext>
              </a:extLst>
            </p:cNvPr>
            <p:cNvSpPr/>
            <p:nvPr/>
          </p:nvSpPr>
          <p:spPr>
            <a:xfrm rot="3269968" flipV="1">
              <a:off x="1217693" y="1216531"/>
              <a:ext cx="806703" cy="117839"/>
            </a:xfrm>
            <a:custGeom>
              <a:avLst/>
              <a:gdLst>
                <a:gd name="connsiteX0" fmla="*/ 0 w 4991100"/>
                <a:gd name="connsiteY0" fmla="*/ 914404 h 914418"/>
                <a:gd name="connsiteX1" fmla="*/ 901700 w 4991100"/>
                <a:gd name="connsiteY1" fmla="*/ 25404 h 914418"/>
                <a:gd name="connsiteX2" fmla="*/ 1816100 w 4991100"/>
                <a:gd name="connsiteY2" fmla="*/ 914404 h 914418"/>
                <a:gd name="connsiteX3" fmla="*/ 2717800 w 4991100"/>
                <a:gd name="connsiteY3" fmla="*/ 4 h 914418"/>
                <a:gd name="connsiteX4" fmla="*/ 3644900 w 4991100"/>
                <a:gd name="connsiteY4" fmla="*/ 901704 h 914418"/>
                <a:gd name="connsiteX5" fmla="*/ 4533900 w 4991100"/>
                <a:gd name="connsiteY5" fmla="*/ 457204 h 914418"/>
                <a:gd name="connsiteX6" fmla="*/ 4991100 w 4991100"/>
                <a:gd name="connsiteY6" fmla="*/ 355604 h 91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91100" h="914418">
                  <a:moveTo>
                    <a:pt x="0" y="914404"/>
                  </a:moveTo>
                  <a:cubicBezTo>
                    <a:pt x="299508" y="469904"/>
                    <a:pt x="599017" y="25404"/>
                    <a:pt x="901700" y="25404"/>
                  </a:cubicBezTo>
                  <a:cubicBezTo>
                    <a:pt x="1204383" y="25404"/>
                    <a:pt x="1513417" y="918637"/>
                    <a:pt x="1816100" y="914404"/>
                  </a:cubicBezTo>
                  <a:cubicBezTo>
                    <a:pt x="2118783" y="910171"/>
                    <a:pt x="2413000" y="2121"/>
                    <a:pt x="2717800" y="4"/>
                  </a:cubicBezTo>
                  <a:cubicBezTo>
                    <a:pt x="3022600" y="-2113"/>
                    <a:pt x="3342217" y="825504"/>
                    <a:pt x="3644900" y="901704"/>
                  </a:cubicBezTo>
                  <a:cubicBezTo>
                    <a:pt x="3947583" y="977904"/>
                    <a:pt x="4309533" y="548221"/>
                    <a:pt x="4533900" y="457204"/>
                  </a:cubicBezTo>
                  <a:cubicBezTo>
                    <a:pt x="4758267" y="366187"/>
                    <a:pt x="4874683" y="360895"/>
                    <a:pt x="4991100" y="355604"/>
                  </a:cubicBezTo>
                </a:path>
              </a:pathLst>
            </a:custGeom>
            <a:ln w="31750">
              <a:tailEnd type="triangle" w="lg" len="lg"/>
            </a:ln>
            <a:effectLst>
              <a:glow rad="4572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00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sp>
        <p:nvSpPr>
          <p:cNvPr id="79" name="Oval 78">
            <a:extLst>
              <a:ext uri="{FF2B5EF4-FFF2-40B4-BE49-F238E27FC236}">
                <a16:creationId xmlns:a16="http://schemas.microsoft.com/office/drawing/2014/main" id="{5D0C1E50-CAFF-E430-8A00-3C2D4AAB2458}"/>
              </a:ext>
            </a:extLst>
          </p:cNvPr>
          <p:cNvSpPr/>
          <p:nvPr/>
        </p:nvSpPr>
        <p:spPr>
          <a:xfrm>
            <a:off x="7662204" y="3859245"/>
            <a:ext cx="503814" cy="135763"/>
          </a:xfrm>
          <a:prstGeom prst="ellipse">
            <a:avLst/>
          </a:prstGeom>
          <a:solidFill>
            <a:srgbClr val="FFE6CB"/>
          </a:solidFill>
          <a:ln w="127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noProof="0" dirty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7B434C3-D590-4445-9D4C-89B14DCAA506}"/>
              </a:ext>
            </a:extLst>
          </p:cNvPr>
          <p:cNvGrpSpPr>
            <a:grpSpLocks noChangeAspect="1"/>
          </p:cNvGrpSpPr>
          <p:nvPr/>
        </p:nvGrpSpPr>
        <p:grpSpPr>
          <a:xfrm>
            <a:off x="7752025" y="3644914"/>
            <a:ext cx="333795" cy="295890"/>
            <a:chOff x="1758028" y="3687481"/>
            <a:chExt cx="1312148" cy="1163145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EBA9A57C-F1D1-FD69-EBC4-EAB8EF34A829}"/>
                </a:ext>
              </a:extLst>
            </p:cNvPr>
            <p:cNvGrpSpPr/>
            <p:nvPr/>
          </p:nvGrpSpPr>
          <p:grpSpPr>
            <a:xfrm>
              <a:off x="2615571" y="4393426"/>
              <a:ext cx="454605" cy="457200"/>
              <a:chOff x="2615571" y="4393426"/>
              <a:chExt cx="454605" cy="457200"/>
            </a:xfrm>
          </p:grpSpPr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BB2390E6-6E13-FC85-9A8B-D0EA46CA67AE}"/>
                  </a:ext>
                </a:extLst>
              </p:cNvPr>
              <p:cNvSpPr/>
              <p:nvPr/>
            </p:nvSpPr>
            <p:spPr>
              <a:xfrm>
                <a:off x="2615571" y="4393426"/>
                <a:ext cx="454605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50" noProof="0" dirty="0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217325FC-14DE-4B08-8CC7-AE245597CB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76764" y="4563411"/>
                <a:ext cx="124523" cy="125233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50" noProof="0" dirty="0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0A0A0667-D0E5-F3F7-F5FD-6B82AD364844}"/>
                </a:ext>
              </a:extLst>
            </p:cNvPr>
            <p:cNvGrpSpPr/>
            <p:nvPr/>
          </p:nvGrpSpPr>
          <p:grpSpPr>
            <a:xfrm>
              <a:off x="1758028" y="4383486"/>
              <a:ext cx="454605" cy="457200"/>
              <a:chOff x="2615571" y="4393426"/>
              <a:chExt cx="454605" cy="457200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9AFDA493-19B0-6977-03D2-C51AAC24F714}"/>
                  </a:ext>
                </a:extLst>
              </p:cNvPr>
              <p:cNvSpPr/>
              <p:nvPr/>
            </p:nvSpPr>
            <p:spPr>
              <a:xfrm>
                <a:off x="2615571" y="4393426"/>
                <a:ext cx="454605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50" noProof="0" dirty="0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B627A35D-8E0B-3B64-5A6E-29552E4E05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76764" y="4563411"/>
                <a:ext cx="124523" cy="125233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50" noProof="0" dirty="0"/>
              </a:p>
            </p:txBody>
          </p:sp>
        </p:grp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4A73F64-11C4-5396-3336-F7EE4A88B22C}"/>
                </a:ext>
              </a:extLst>
            </p:cNvPr>
            <p:cNvCxnSpPr>
              <a:stCxn id="102" idx="6"/>
              <a:endCxn id="104" idx="2"/>
            </p:cNvCxnSpPr>
            <p:nvPr/>
          </p:nvCxnSpPr>
          <p:spPr>
            <a:xfrm>
              <a:off x="2212633" y="4612086"/>
              <a:ext cx="402938" cy="99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4CABEE7-35FD-A64B-16EE-5F212D596244}"/>
                </a:ext>
              </a:extLst>
            </p:cNvPr>
            <p:cNvCxnSpPr>
              <a:cxnSpLocks/>
              <a:stCxn id="102" idx="0"/>
            </p:cNvCxnSpPr>
            <p:nvPr/>
          </p:nvCxnSpPr>
          <p:spPr>
            <a:xfrm flipV="1">
              <a:off x="1985331" y="4223565"/>
              <a:ext cx="0" cy="1599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9FC8ADE-52EE-4AE2-1AC9-A97537115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3863" y="4120488"/>
              <a:ext cx="118781" cy="1126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9649DBD-7012-2621-A0A1-CD9C05E5E6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2644" y="4120488"/>
              <a:ext cx="74314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EC7CC71-E7B5-8963-8114-6B2FB5DB7257}"/>
                </a:ext>
              </a:extLst>
            </p:cNvPr>
            <p:cNvCxnSpPr>
              <a:cxnSpLocks/>
              <a:stCxn id="104" idx="0"/>
            </p:cNvCxnSpPr>
            <p:nvPr/>
          </p:nvCxnSpPr>
          <p:spPr>
            <a:xfrm flipV="1">
              <a:off x="2842874" y="4120488"/>
              <a:ext cx="5839" cy="2729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53F3821-0A88-0C0D-8206-D1126C6F777F}"/>
                </a:ext>
              </a:extLst>
            </p:cNvPr>
            <p:cNvCxnSpPr/>
            <p:nvPr/>
          </p:nvCxnSpPr>
          <p:spPr>
            <a:xfrm>
              <a:off x="1981482" y="4303525"/>
              <a:ext cx="34579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FF83056-3D93-3AEC-0D3C-0278A79023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3356" y="4120488"/>
              <a:ext cx="214398" cy="1830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2D1EFF9D-D7E1-396A-7987-5FF7795938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6967" y="3874689"/>
              <a:ext cx="0" cy="2358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9BFB3FA-EC62-862A-1484-E0D49DE9AE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5571" y="3874689"/>
              <a:ext cx="0" cy="2358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8A4D557C-4B0A-BBC0-84B6-58ABAFD2E8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4458" y="3687481"/>
              <a:ext cx="200126" cy="201267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noProof="0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1093D9D-7DA3-45F9-7C8B-F17AB254D7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74531" y="3732390"/>
              <a:ext cx="131835" cy="132589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noProof="0" dirty="0"/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8371FE1-E96B-06C9-69CA-6DE73066F162}"/>
                </a:ext>
              </a:extLst>
            </p:cNvPr>
            <p:cNvCxnSpPr>
              <a:stCxn id="94" idx="4"/>
              <a:endCxn id="95" idx="4"/>
            </p:cNvCxnSpPr>
            <p:nvPr/>
          </p:nvCxnSpPr>
          <p:spPr>
            <a:xfrm flipH="1" flipV="1">
              <a:off x="2140449" y="3864979"/>
              <a:ext cx="454072" cy="2376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D20400F7-5CB6-CB7F-EE1F-98C91AFE4C71}"/>
                </a:ext>
              </a:extLst>
            </p:cNvPr>
            <p:cNvCxnSpPr>
              <a:cxnSpLocks/>
              <a:stCxn id="94" idx="0"/>
              <a:endCxn id="95" idx="0"/>
            </p:cNvCxnSpPr>
            <p:nvPr/>
          </p:nvCxnSpPr>
          <p:spPr>
            <a:xfrm flipH="1">
              <a:off x="2140450" y="3687481"/>
              <a:ext cx="454071" cy="449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A451768F-B5B5-CFDE-3391-460E45569AC3}"/>
                </a:ext>
              </a:extLst>
            </p:cNvPr>
            <p:cNvCxnSpPr>
              <a:stCxn id="95" idx="2"/>
            </p:cNvCxnSpPr>
            <p:nvPr/>
          </p:nvCxnSpPr>
          <p:spPr>
            <a:xfrm flipH="1" flipV="1">
              <a:off x="1981482" y="3798684"/>
              <a:ext cx="93049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65B5460-0615-EFC6-7738-E5A4CA5068C6}"/>
                </a:ext>
              </a:extLst>
            </p:cNvPr>
            <p:cNvCxnSpPr/>
            <p:nvPr/>
          </p:nvCxnSpPr>
          <p:spPr>
            <a:xfrm flipV="1">
              <a:off x="1981482" y="3709935"/>
              <a:ext cx="0" cy="1647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B1CB9F8-5F4E-C41E-7A37-A95E556F2FD8}"/>
                </a:ext>
              </a:extLst>
            </p:cNvPr>
            <p:cNvCxnSpPr/>
            <p:nvPr/>
          </p:nvCxnSpPr>
          <p:spPr>
            <a:xfrm flipH="1">
              <a:off x="1840706" y="3709935"/>
              <a:ext cx="140776" cy="334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B2899C6-C416-35E0-EC66-8B41793675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5353" y="3838066"/>
              <a:ext cx="140776" cy="334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2" name="Graphic 81" descr="Wireless with solid fill">
            <a:extLst>
              <a:ext uri="{FF2B5EF4-FFF2-40B4-BE49-F238E27FC236}">
                <a16:creationId xmlns:a16="http://schemas.microsoft.com/office/drawing/2014/main" id="{2782CF34-7147-5111-916B-AF9DCDABFB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0955696">
            <a:off x="7825986" y="3490271"/>
            <a:ext cx="133858" cy="12345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92DA5B4-F593-DD52-C9CE-023DAD45D779}"/>
              </a:ext>
            </a:extLst>
          </p:cNvPr>
          <p:cNvSpPr/>
          <p:nvPr/>
        </p:nvSpPr>
        <p:spPr>
          <a:xfrm>
            <a:off x="1716035" y="2734164"/>
            <a:ext cx="725051" cy="452914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noProof="0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587380A1-78D9-1615-89FB-1F7F570CCE2C}"/>
              </a:ext>
            </a:extLst>
          </p:cNvPr>
          <p:cNvCxnSpPr>
            <a:cxnSpLocks/>
            <a:stCxn id="67" idx="3"/>
          </p:cNvCxnSpPr>
          <p:nvPr/>
        </p:nvCxnSpPr>
        <p:spPr>
          <a:xfrm flipV="1">
            <a:off x="3008492" y="1951022"/>
            <a:ext cx="184265" cy="997716"/>
          </a:xfrm>
          <a:prstGeom prst="bentConnector2">
            <a:avLst/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60E32C-8DB8-BB51-0E9A-AA3CCC5013A3}"/>
                  </a:ext>
                </a:extLst>
              </p:cNvPr>
              <p:cNvSpPr txBox="1"/>
              <p:nvPr/>
            </p:nvSpPr>
            <p:spPr>
              <a:xfrm>
                <a:off x="2798769" y="2339204"/>
                <a:ext cx="784686" cy="261610"/>
              </a:xfrm>
              <a:prstGeom prst="rect">
                <a:avLst/>
              </a:prstGeom>
              <a:solidFill>
                <a:srgbClr val="FFFFFF">
                  <a:alpha val="85000"/>
                </a:srgb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105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DE" sz="105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de-DE" sz="105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de-DE" sz="105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050" noProof="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60E32C-8DB8-BB51-0E9A-AA3CCC501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769" y="2339204"/>
                <a:ext cx="784686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ight Brace 25">
            <a:extLst>
              <a:ext uri="{FF2B5EF4-FFF2-40B4-BE49-F238E27FC236}">
                <a16:creationId xmlns:a16="http://schemas.microsoft.com/office/drawing/2014/main" id="{425ABE4E-78F1-94E4-1522-144A20AFF6F8}"/>
              </a:ext>
            </a:extLst>
          </p:cNvPr>
          <p:cNvSpPr/>
          <p:nvPr/>
        </p:nvSpPr>
        <p:spPr>
          <a:xfrm rot="5400000">
            <a:off x="472489" y="1339141"/>
            <a:ext cx="205473" cy="731255"/>
          </a:xfrm>
          <a:prstGeom prst="rightBrace">
            <a:avLst>
              <a:gd name="adj1" fmla="val 21960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050" noProof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7E8FED-A589-04E0-3DAD-667F2735041E}"/>
              </a:ext>
            </a:extLst>
          </p:cNvPr>
          <p:cNvSpPr txBox="1"/>
          <p:nvPr/>
        </p:nvSpPr>
        <p:spPr>
          <a:xfrm>
            <a:off x="1720516" y="2827630"/>
            <a:ext cx="7254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50" noProof="0" dirty="0">
                <a:solidFill>
                  <a:srgbClr val="000000"/>
                </a:solidFill>
                <a:latin typeface="Calibri"/>
              </a:rPr>
              <a:t>Q-Table</a:t>
            </a:r>
            <a:endParaRPr lang="en-GB" sz="1050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7E3F26-277B-AEEB-09A3-7F647CB3F465}"/>
              </a:ext>
            </a:extLst>
          </p:cNvPr>
          <p:cNvSpPr/>
          <p:nvPr/>
        </p:nvSpPr>
        <p:spPr>
          <a:xfrm>
            <a:off x="402463" y="1212701"/>
            <a:ext cx="122306" cy="124951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7ABD76-7D0F-11DF-9848-C8566A160842}"/>
              </a:ext>
            </a:extLst>
          </p:cNvPr>
          <p:cNvSpPr/>
          <p:nvPr/>
        </p:nvSpPr>
        <p:spPr>
          <a:xfrm>
            <a:off x="403150" y="1406278"/>
            <a:ext cx="122306" cy="124951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noProof="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F77235-189C-37BF-FB57-D679CEBA0A48}"/>
              </a:ext>
            </a:extLst>
          </p:cNvPr>
          <p:cNvSpPr/>
          <p:nvPr/>
        </p:nvSpPr>
        <p:spPr>
          <a:xfrm>
            <a:off x="576106" y="1214234"/>
            <a:ext cx="122306" cy="124951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noProof="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6412C0-553E-6EA1-608B-A04EF93B48CD}"/>
              </a:ext>
            </a:extLst>
          </p:cNvPr>
          <p:cNvSpPr/>
          <p:nvPr/>
        </p:nvSpPr>
        <p:spPr>
          <a:xfrm>
            <a:off x="576794" y="1407811"/>
            <a:ext cx="122306" cy="124951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noProof="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71A03B-F8F0-9D1F-C804-8EBEB767B4C6}"/>
              </a:ext>
            </a:extLst>
          </p:cNvPr>
          <p:cNvGrpSpPr/>
          <p:nvPr/>
        </p:nvGrpSpPr>
        <p:grpSpPr>
          <a:xfrm rot="5400000">
            <a:off x="721018" y="1199060"/>
            <a:ext cx="75423" cy="342701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76" name="Arc 75">
              <a:extLst>
                <a:ext uri="{FF2B5EF4-FFF2-40B4-BE49-F238E27FC236}">
                  <a16:creationId xmlns:a16="http://schemas.microsoft.com/office/drawing/2014/main" id="{0BE8C4FD-28BB-55BC-2E7E-2786692924D2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050" noProof="0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C05D4BC-A22A-135F-CA2D-83620BD6992A}"/>
                </a:ext>
              </a:extLst>
            </p:cNvPr>
            <p:cNvCxnSpPr>
              <a:cxnSpLocks/>
              <a:stCxn id="76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F1E223A-4351-A79F-7F27-2E7812D3EC36}"/>
                </a:ext>
              </a:extLst>
            </p:cNvPr>
            <p:cNvCxnSpPr>
              <a:cxnSpLocks/>
              <a:stCxn id="76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631A1A7-4338-3E7B-8317-1F367C791C80}"/>
              </a:ext>
            </a:extLst>
          </p:cNvPr>
          <p:cNvGrpSpPr/>
          <p:nvPr/>
        </p:nvGrpSpPr>
        <p:grpSpPr>
          <a:xfrm rot="6900000">
            <a:off x="710306" y="1287627"/>
            <a:ext cx="75423" cy="342701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73" name="Arc 72">
              <a:extLst>
                <a:ext uri="{FF2B5EF4-FFF2-40B4-BE49-F238E27FC236}">
                  <a16:creationId xmlns:a16="http://schemas.microsoft.com/office/drawing/2014/main" id="{8CB5FE33-F39A-4601-B743-12E96E67438C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050" noProof="0" dirty="0"/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2E3093A-9ED7-02D5-7345-CF4D14F5E5B9}"/>
                </a:ext>
              </a:extLst>
            </p:cNvPr>
            <p:cNvCxnSpPr>
              <a:cxnSpLocks/>
              <a:stCxn id="73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5320C24-7FEF-4A02-3A20-5676985875AE}"/>
                </a:ext>
              </a:extLst>
            </p:cNvPr>
            <p:cNvCxnSpPr>
              <a:cxnSpLocks/>
              <a:stCxn id="73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9DB090E-B5CE-0C74-E434-F1B5371DEC4E}"/>
              </a:ext>
            </a:extLst>
          </p:cNvPr>
          <p:cNvGrpSpPr/>
          <p:nvPr/>
        </p:nvGrpSpPr>
        <p:grpSpPr>
          <a:xfrm rot="4020000">
            <a:off x="726166" y="1111373"/>
            <a:ext cx="75423" cy="342701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1D57A68F-7F9B-0683-C5E7-AE0D7FBF1E7B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050" noProof="0" dirty="0"/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D6BC4D0-E576-C4D5-2469-4029F81B9CF4}"/>
                </a:ext>
              </a:extLst>
            </p:cNvPr>
            <p:cNvCxnSpPr>
              <a:cxnSpLocks/>
              <a:stCxn id="70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6260E838-4FC4-BBB8-FC11-CDC2734AAD64}"/>
                </a:ext>
              </a:extLst>
            </p:cNvPr>
            <p:cNvCxnSpPr>
              <a:cxnSpLocks/>
              <a:stCxn id="70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60E71C6-6AF9-584D-0F30-8E9DD9DA20AF}"/>
              </a:ext>
            </a:extLst>
          </p:cNvPr>
          <p:cNvSpPr/>
          <p:nvPr/>
        </p:nvSpPr>
        <p:spPr>
          <a:xfrm>
            <a:off x="284113" y="2170934"/>
            <a:ext cx="625132" cy="234815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noProof="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D735AD-65DF-3159-C64D-638D45A4E614}"/>
              </a:ext>
            </a:extLst>
          </p:cNvPr>
          <p:cNvSpPr txBox="1"/>
          <p:nvPr/>
        </p:nvSpPr>
        <p:spPr>
          <a:xfrm>
            <a:off x="242613" y="2151324"/>
            <a:ext cx="7254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50" noProof="0" dirty="0">
                <a:solidFill>
                  <a:srgbClr val="000000"/>
                </a:solidFill>
                <a:latin typeface="Calibri"/>
              </a:rPr>
              <a:t>Rectifier</a:t>
            </a:r>
            <a:endParaRPr lang="en-GB" sz="1050" noProof="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693E2B-7EDA-E5D9-3BC1-870348706521}"/>
              </a:ext>
            </a:extLst>
          </p:cNvPr>
          <p:cNvSpPr txBox="1"/>
          <p:nvPr/>
        </p:nvSpPr>
        <p:spPr>
          <a:xfrm>
            <a:off x="252937" y="2728618"/>
            <a:ext cx="7796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noProof="0" dirty="0">
                <a:solidFill>
                  <a:srgbClr val="000000"/>
                </a:solidFill>
                <a:latin typeface="Calibri"/>
              </a:rPr>
              <a:t>Envelope</a:t>
            </a:r>
          </a:p>
          <a:p>
            <a:r>
              <a:rPr lang="en-GB" sz="1050" noProof="0" dirty="0">
                <a:solidFill>
                  <a:srgbClr val="000000"/>
                </a:solidFill>
                <a:latin typeface="Calibri"/>
              </a:rPr>
              <a:t>detector</a:t>
            </a:r>
            <a:endParaRPr lang="en-GB" sz="1000" noProof="0" dirty="0"/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F241BBC2-2868-4710-0949-6AAFF3172569}"/>
              </a:ext>
            </a:extLst>
          </p:cNvPr>
          <p:cNvCxnSpPr>
            <a:cxnSpLocks/>
            <a:endCxn id="44" idx="0"/>
          </p:cNvCxnSpPr>
          <p:nvPr/>
        </p:nvCxnSpPr>
        <p:spPr>
          <a:xfrm rot="5400000">
            <a:off x="479457" y="2053710"/>
            <a:ext cx="242983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4FA802A-AA2E-0A82-787D-29EAE4AC4960}"/>
              </a:ext>
            </a:extLst>
          </p:cNvPr>
          <p:cNvSpPr/>
          <p:nvPr/>
        </p:nvSpPr>
        <p:spPr>
          <a:xfrm>
            <a:off x="238878" y="2727884"/>
            <a:ext cx="725487" cy="469608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noProof="0" dirty="0"/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1C098AAA-98F9-800E-162C-DE70581CCDC4}"/>
              </a:ext>
            </a:extLst>
          </p:cNvPr>
          <p:cNvCxnSpPr>
            <a:cxnSpLocks/>
            <a:stCxn id="46" idx="2"/>
            <a:endCxn id="52" idx="0"/>
          </p:cNvCxnSpPr>
          <p:nvPr/>
        </p:nvCxnSpPr>
        <p:spPr>
          <a:xfrm rot="5400000">
            <a:off x="446014" y="2568542"/>
            <a:ext cx="314950" cy="37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0323BDA-A9D3-5CFB-CD81-190E21AD9631}"/>
              </a:ext>
            </a:extLst>
          </p:cNvPr>
          <p:cNvSpPr/>
          <p:nvPr/>
        </p:nvSpPr>
        <p:spPr>
          <a:xfrm>
            <a:off x="1158747" y="2794851"/>
            <a:ext cx="420639" cy="345595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noProof="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9D5FC9-E363-9A93-7821-04F6945AAFF6}"/>
              </a:ext>
            </a:extLst>
          </p:cNvPr>
          <p:cNvSpPr txBox="1"/>
          <p:nvPr/>
        </p:nvSpPr>
        <p:spPr>
          <a:xfrm>
            <a:off x="1167789" y="2829367"/>
            <a:ext cx="41607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50" noProof="0" dirty="0">
                <a:solidFill>
                  <a:srgbClr val="000000"/>
                </a:solidFill>
                <a:latin typeface="Calibri"/>
              </a:rPr>
              <a:t>ADC</a:t>
            </a:r>
            <a:endParaRPr lang="en-GB" sz="1050" noProof="0" dirty="0"/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4A43EF30-0ED8-0B11-9C40-372DE0235F06}"/>
              </a:ext>
            </a:extLst>
          </p:cNvPr>
          <p:cNvCxnSpPr>
            <a:cxnSpLocks/>
            <a:stCxn id="52" idx="3"/>
            <a:endCxn id="58" idx="1"/>
          </p:cNvCxnSpPr>
          <p:nvPr/>
        </p:nvCxnSpPr>
        <p:spPr>
          <a:xfrm flipV="1">
            <a:off x="964365" y="2956325"/>
            <a:ext cx="203424" cy="63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8B5C3B0C-934F-0D3A-C875-DB55CF0ED651}"/>
              </a:ext>
            </a:extLst>
          </p:cNvPr>
          <p:cNvCxnSpPr>
            <a:cxnSpLocks/>
            <a:stCxn id="58" idx="3"/>
            <a:endCxn id="20" idx="1"/>
          </p:cNvCxnSpPr>
          <p:nvPr/>
        </p:nvCxnSpPr>
        <p:spPr>
          <a:xfrm>
            <a:off x="1583867" y="2956325"/>
            <a:ext cx="132168" cy="429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62CE75B-6D9A-1E8E-6811-62BE5BE4ED70}"/>
              </a:ext>
            </a:extLst>
          </p:cNvPr>
          <p:cNvSpPr/>
          <p:nvPr/>
        </p:nvSpPr>
        <p:spPr>
          <a:xfrm>
            <a:off x="2583372" y="2787263"/>
            <a:ext cx="420639" cy="345595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noProof="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BA760AF-7006-9E6E-2463-6D8903376687}"/>
              </a:ext>
            </a:extLst>
          </p:cNvPr>
          <p:cNvSpPr txBox="1"/>
          <p:nvPr/>
        </p:nvSpPr>
        <p:spPr>
          <a:xfrm>
            <a:off x="2592414" y="2821780"/>
            <a:ext cx="41607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50" noProof="0" dirty="0">
                <a:solidFill>
                  <a:srgbClr val="000000"/>
                </a:solidFill>
                <a:latin typeface="Calibri"/>
              </a:rPr>
              <a:t>DAC</a:t>
            </a:r>
            <a:endParaRPr lang="en-GB" sz="1050" noProof="0" dirty="0"/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33FECD71-095A-2236-9F86-FE9673F3A082}"/>
              </a:ext>
            </a:extLst>
          </p:cNvPr>
          <p:cNvCxnSpPr>
            <a:cxnSpLocks/>
            <a:stCxn id="28" idx="3"/>
            <a:endCxn id="66" idx="1"/>
          </p:cNvCxnSpPr>
          <p:nvPr/>
        </p:nvCxnSpPr>
        <p:spPr>
          <a:xfrm>
            <a:off x="2446002" y="2958435"/>
            <a:ext cx="137370" cy="162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89279D7-A6CD-B11E-DC21-68D60CAF3215}"/>
              </a:ext>
            </a:extLst>
          </p:cNvPr>
          <p:cNvSpPr txBox="1"/>
          <p:nvPr/>
        </p:nvSpPr>
        <p:spPr>
          <a:xfrm>
            <a:off x="1" y="6427113"/>
            <a:ext cx="10944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noProof="0" dirty="0"/>
              <a:t>[1] W. Li, N. Wang, and J. Qi, “Direct Angle of Arrival (AOA) </a:t>
            </a:r>
            <a:r>
              <a:rPr lang="en-GB" sz="1100" noProof="0" dirty="0" err="1"/>
              <a:t>EstimationUsing</a:t>
            </a:r>
            <a:r>
              <a:rPr lang="en-GB" sz="1100" noProof="0" dirty="0"/>
              <a:t> a </a:t>
            </a:r>
            <a:r>
              <a:rPr lang="en-GB" sz="1100" noProof="0" dirty="0" err="1"/>
              <a:t>Metasurface</a:t>
            </a:r>
            <a:r>
              <a:rPr lang="en-GB" sz="1100" noProof="0" dirty="0"/>
              <a:t> Antenna With Single Frequency </a:t>
            </a:r>
            <a:r>
              <a:rPr lang="en-GB" sz="1100" noProof="0" dirty="0" err="1"/>
              <a:t>PhaselessMeasurements</a:t>
            </a:r>
            <a:r>
              <a:rPr lang="en-GB" sz="1100" noProof="0" dirty="0"/>
              <a:t> Obeyed Schwarz Inequality,” IEEE Transactions </a:t>
            </a:r>
            <a:r>
              <a:rPr lang="en-GB" sz="1100" noProof="0" dirty="0" err="1"/>
              <a:t>onMicrowave</a:t>
            </a:r>
            <a:r>
              <a:rPr lang="en-GB" sz="1100" noProof="0" dirty="0"/>
              <a:t> Theory and Techniques, vol. 72, no. 4, pp. 2677–2685, Apr.2024.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1C3BC-563E-0577-C289-46A6D9F6733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93933-871D-43A0-B4A5-0050B42A6D23}" type="slidenum">
              <a:rPr lang="en-GB" noProof="0" smtClean="0"/>
              <a:t>13</a:t>
            </a:fld>
            <a:endParaRPr lang="en-GB" noProof="0" dirty="0"/>
          </a:p>
        </p:txBody>
      </p: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F0712237-F009-9E2D-1848-2B49EDCC3543}"/>
              </a:ext>
            </a:extLst>
          </p:cNvPr>
          <p:cNvGrpSpPr>
            <a:grpSpLocks noChangeAspect="1"/>
          </p:cNvGrpSpPr>
          <p:nvPr/>
        </p:nvGrpSpPr>
        <p:grpSpPr>
          <a:xfrm>
            <a:off x="6150434" y="2727884"/>
            <a:ext cx="3929636" cy="2741167"/>
            <a:chOff x="5015061" y="3330108"/>
            <a:chExt cx="3347947" cy="2335401"/>
          </a:xfrm>
        </p:grpSpPr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E207B03B-7FE8-C421-DB2A-9DB29FC78C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2132" y="3353249"/>
              <a:ext cx="922309" cy="23122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0754EE66-2F3E-54B6-0BF3-39105481E2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769" y="3353249"/>
              <a:ext cx="899400" cy="23122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62A90FB2-0ED1-49A2-BE9A-88A19639EB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8948" y="3346274"/>
              <a:ext cx="875388" cy="22974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7AEA13CD-2987-D83D-8054-53EBE55B3D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0095" y="3346274"/>
              <a:ext cx="868773" cy="22974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E163E33-B705-934A-0E2C-8D980FA623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3439" y="3330108"/>
              <a:ext cx="850859" cy="231359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CBB0771A-0F22-346C-C37C-00AA70A501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97401" y="3330108"/>
              <a:ext cx="865607" cy="231359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D3BAC3A7-0C36-3C3B-7941-8F70EA6932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5061" y="3353249"/>
              <a:ext cx="937458" cy="23122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9B84BA4B-B2D7-44E7-8C76-051417BCD3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86293" y="3694214"/>
              <a:ext cx="2438545" cy="279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D9755F4F-8D85-AD6C-AB2A-A54D8A4D00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40726" y="4060599"/>
              <a:ext cx="2443618" cy="465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A559BE31-A8DA-2D1A-5272-098B7B7222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5634" y="4461981"/>
              <a:ext cx="2444570" cy="3022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793593E2-2125-C03A-E4CD-B5F2BD0BC6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5304" y="4830854"/>
              <a:ext cx="2468052" cy="463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878815B0-17C2-9620-BDD6-090150895C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4917" y="5248471"/>
              <a:ext cx="2483183" cy="404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B6940C97-2959-25C9-EF54-428FB83F09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9824" y="5643704"/>
              <a:ext cx="2477577" cy="2069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33BFB873-E87A-292E-46C7-ED25E3DC70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34057" y="3333596"/>
              <a:ext cx="2428951" cy="288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3E76E3A4-3539-EADC-B3B6-AF4C738CD50F}"/>
              </a:ext>
            </a:extLst>
          </p:cNvPr>
          <p:cNvCxnSpPr>
            <a:cxnSpLocks/>
          </p:cNvCxnSpPr>
          <p:nvPr/>
        </p:nvCxnSpPr>
        <p:spPr>
          <a:xfrm>
            <a:off x="6164580" y="5699760"/>
            <a:ext cx="2872740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1FF8CA3D-1638-A2E7-899A-66A984C2FAA5}"/>
              </a:ext>
            </a:extLst>
          </p:cNvPr>
          <p:cNvCxnSpPr>
            <a:cxnSpLocks/>
          </p:cNvCxnSpPr>
          <p:nvPr/>
        </p:nvCxnSpPr>
        <p:spPr>
          <a:xfrm flipV="1">
            <a:off x="9336701" y="2794851"/>
            <a:ext cx="1011259" cy="2668657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5E771348-DD32-C906-1BA0-072690AB7B70}"/>
                  </a:ext>
                </a:extLst>
              </p:cNvPr>
              <p:cNvSpPr txBox="1"/>
              <p:nvPr/>
            </p:nvSpPr>
            <p:spPr>
              <a:xfrm>
                <a:off x="7096125" y="5943600"/>
                <a:ext cx="7409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1.7</m:t>
                    </m:r>
                  </m:oMath>
                </a14:m>
                <a:r>
                  <a:rPr lang="en-US" dirty="0"/>
                  <a:t> m</a:t>
                </a:r>
              </a:p>
            </p:txBody>
          </p:sp>
        </mc:Choice>
        <mc:Fallback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5E771348-DD32-C906-1BA0-072690AB7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5" y="5943600"/>
                <a:ext cx="740908" cy="369332"/>
              </a:xfrm>
              <a:prstGeom prst="rect">
                <a:avLst/>
              </a:prstGeom>
              <a:blipFill>
                <a:blip r:embed="rId4"/>
                <a:stretch>
                  <a:fillRect t="-6557" r="-4918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1FA0834A-61A7-FB47-2A60-577111EB53E9}"/>
                  </a:ext>
                </a:extLst>
              </p:cNvPr>
              <p:cNvSpPr txBox="1"/>
              <p:nvPr/>
            </p:nvSpPr>
            <p:spPr>
              <a:xfrm>
                <a:off x="9996881" y="3979929"/>
                <a:ext cx="7409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1.7</m:t>
                    </m:r>
                  </m:oMath>
                </a14:m>
                <a:r>
                  <a:rPr lang="en-US" dirty="0"/>
                  <a:t> m</a:t>
                </a:r>
              </a:p>
            </p:txBody>
          </p:sp>
        </mc:Choice>
        <mc:Fallback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1FA0834A-61A7-FB47-2A60-577111EB5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881" y="3979929"/>
                <a:ext cx="740908" cy="369332"/>
              </a:xfrm>
              <a:prstGeom prst="rect">
                <a:avLst/>
              </a:prstGeom>
              <a:blipFill>
                <a:blip r:embed="rId5"/>
                <a:stretch>
                  <a:fillRect t="-8333" r="-4959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083C2653-949A-83CE-E755-D1D7AFC3F7B0}"/>
                  </a:ext>
                </a:extLst>
              </p:cNvPr>
              <p:cNvSpPr txBox="1"/>
              <p:nvPr/>
            </p:nvSpPr>
            <p:spPr>
              <a:xfrm>
                <a:off x="7194280" y="2306033"/>
                <a:ext cx="8066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0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 cm</a:t>
                </a:r>
              </a:p>
            </p:txBody>
          </p:sp>
        </mc:Choice>
        <mc:Fallback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083C2653-949A-83CE-E755-D1D7AFC3F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280" y="2306033"/>
                <a:ext cx="806631" cy="369332"/>
              </a:xfrm>
              <a:prstGeom prst="rect">
                <a:avLst/>
              </a:prstGeom>
              <a:blipFill>
                <a:blip r:embed="rId6"/>
                <a:stretch>
                  <a:fillRect t="-6557" r="-6818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437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C55BE-9B52-CA7B-D78D-F4915FAE1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6C67BB-D06A-6B50-E6D5-AC65AA8176D7}"/>
              </a:ext>
            </a:extLst>
          </p:cNvPr>
          <p:cNvSpPr txBox="1"/>
          <p:nvPr/>
        </p:nvSpPr>
        <p:spPr>
          <a:xfrm>
            <a:off x="1" y="6427113"/>
            <a:ext cx="10944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noProof="0" dirty="0"/>
              <a:t>[1] W. Li, N. Wang, and J. Qi, “Direct Angle of Arrival (AOA) </a:t>
            </a:r>
            <a:r>
              <a:rPr lang="en-GB" sz="1100" noProof="0" dirty="0" err="1"/>
              <a:t>EstimationUsing</a:t>
            </a:r>
            <a:r>
              <a:rPr lang="en-GB" sz="1100" noProof="0" dirty="0"/>
              <a:t> a </a:t>
            </a:r>
            <a:r>
              <a:rPr lang="en-GB" sz="1100" noProof="0" dirty="0" err="1"/>
              <a:t>Metasurface</a:t>
            </a:r>
            <a:r>
              <a:rPr lang="en-GB" sz="1100" noProof="0" dirty="0"/>
              <a:t> Antenna With Single Frequency </a:t>
            </a:r>
            <a:r>
              <a:rPr lang="en-GB" sz="1100" noProof="0" dirty="0" err="1"/>
              <a:t>PhaselessMeasurements</a:t>
            </a:r>
            <a:r>
              <a:rPr lang="en-GB" sz="1100" noProof="0" dirty="0"/>
              <a:t> Obeyed Schwarz Inequality,” IEEE Transactions </a:t>
            </a:r>
            <a:r>
              <a:rPr lang="en-GB" sz="1100" noProof="0" dirty="0" err="1"/>
              <a:t>onMicrowave</a:t>
            </a:r>
            <a:r>
              <a:rPr lang="en-GB" sz="1100" noProof="0" dirty="0"/>
              <a:t> Theory and Techniques, vol. 72, no. 4, pp. 2677–2685, Apr.2024.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F3DED-B5B3-69CE-7BCF-AEE771B89FC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93933-871D-43A0-B4A5-0050B42A6D23}" type="slidenum">
              <a:rPr lang="en-GB" noProof="0" smtClean="0"/>
              <a:t>14</a:t>
            </a:fld>
            <a:endParaRPr lang="en-GB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6ABBD4-790C-C1F8-3B83-8F28F53D4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164" y="875765"/>
            <a:ext cx="1058696" cy="10855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BD7E82-014E-B161-6010-0324C256B8AE}"/>
              </a:ext>
            </a:extLst>
          </p:cNvPr>
          <p:cNvSpPr txBox="1"/>
          <p:nvPr/>
        </p:nvSpPr>
        <p:spPr>
          <a:xfrm>
            <a:off x="2931372" y="542483"/>
            <a:ext cx="797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SIM 1</a:t>
            </a:r>
            <a:endParaRPr lang="en-GB" sz="1400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EE61AB-73DB-9760-E80B-2857D04E1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352" y="479139"/>
            <a:ext cx="1058696" cy="10855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BB9CB1-B569-1D07-3D3F-90C6F0FA5067}"/>
              </a:ext>
            </a:extLst>
          </p:cNvPr>
          <p:cNvSpPr txBox="1"/>
          <p:nvPr/>
        </p:nvSpPr>
        <p:spPr>
          <a:xfrm>
            <a:off x="1369357" y="139071"/>
            <a:ext cx="797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SIM 2</a:t>
            </a:r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0B2047-9FA8-CF41-26B2-2B7911726895}"/>
                  </a:ext>
                </a:extLst>
              </p:cNvPr>
              <p:cNvSpPr txBox="1"/>
              <p:nvPr/>
            </p:nvSpPr>
            <p:spPr>
              <a:xfrm>
                <a:off x="2963547" y="1219679"/>
                <a:ext cx="967430" cy="307777"/>
              </a:xfrm>
              <a:prstGeom prst="rect">
                <a:avLst/>
              </a:prstGeom>
              <a:solidFill>
                <a:srgbClr val="FFFFFF">
                  <a:alpha val="48000"/>
                </a:srgb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GB" sz="1400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GB" sz="1400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GB" sz="1400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DFT</m:t>
                      </m:r>
                    </m:oMath>
                  </m:oMathPara>
                </a14:m>
                <a:endParaRPr lang="en-GB" sz="1400" noProof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0B2047-9FA8-CF41-26B2-2B7911726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547" y="1219679"/>
                <a:ext cx="96743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E7CBE32-22D7-4F24-90DD-4C43790535D2}"/>
              </a:ext>
            </a:extLst>
          </p:cNvPr>
          <p:cNvSpPr txBox="1"/>
          <p:nvPr/>
        </p:nvSpPr>
        <p:spPr>
          <a:xfrm>
            <a:off x="1504460" y="715505"/>
            <a:ext cx="838563" cy="523220"/>
          </a:xfrm>
          <a:prstGeom prst="rect">
            <a:avLst/>
          </a:prstGeom>
          <a:solidFill>
            <a:srgbClr val="FFFFFF">
              <a:alpha val="48000"/>
            </a:srgb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1400" noProof="0" dirty="0"/>
              <a:t>Neural</a:t>
            </a:r>
          </a:p>
          <a:p>
            <a:pPr algn="ctr"/>
            <a:r>
              <a:rPr lang="en-GB" sz="1400" noProof="0" dirty="0"/>
              <a:t>Network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0735F5A-39D6-7D0B-1CCC-3DA56CAB087D}"/>
              </a:ext>
            </a:extLst>
          </p:cNvPr>
          <p:cNvSpPr/>
          <p:nvPr/>
        </p:nvSpPr>
        <p:spPr>
          <a:xfrm>
            <a:off x="1880144" y="2371867"/>
            <a:ext cx="906314" cy="566142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AA4DBF79-7FE9-ED87-40D6-1A9ECBD5E753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3495715" y="2041091"/>
            <a:ext cx="401272" cy="594185"/>
          </a:xfrm>
          <a:prstGeom prst="bentConnector2">
            <a:avLst/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CAB42A-C097-8E8A-C213-33BC32481EBB}"/>
                  </a:ext>
                </a:extLst>
              </p:cNvPr>
              <p:cNvSpPr txBox="1"/>
              <p:nvPr/>
            </p:nvSpPr>
            <p:spPr>
              <a:xfrm>
                <a:off x="3527403" y="2192294"/>
                <a:ext cx="737089" cy="317203"/>
              </a:xfrm>
              <a:prstGeom prst="rect">
                <a:avLst/>
              </a:prstGeom>
              <a:solidFill>
                <a:srgbClr val="FFFFFF">
                  <a:alpha val="85000"/>
                </a:srgb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400" b="1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𝜰</m:t>
                          </m:r>
                        </m:e>
                        <m:sub>
                          <m:r>
                            <a:rPr lang="en-GB" sz="1400" i="1" noProof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 noProof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400" i="1" noProof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noProof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CAB42A-C097-8E8A-C213-33BC32481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403" y="2192294"/>
                <a:ext cx="737089" cy="317203"/>
              </a:xfrm>
              <a:prstGeom prst="rect">
                <a:avLst/>
              </a:prstGeom>
              <a:blipFill>
                <a:blip r:embed="rId4"/>
                <a:stretch>
                  <a:fillRect b="-370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Brace 17">
            <a:extLst>
              <a:ext uri="{FF2B5EF4-FFF2-40B4-BE49-F238E27FC236}">
                <a16:creationId xmlns:a16="http://schemas.microsoft.com/office/drawing/2014/main" id="{1E320DF9-C5B1-36CA-E4B9-558BABF7159F}"/>
              </a:ext>
            </a:extLst>
          </p:cNvPr>
          <p:cNvSpPr/>
          <p:nvPr/>
        </p:nvSpPr>
        <p:spPr>
          <a:xfrm rot="5400000">
            <a:off x="395211" y="732228"/>
            <a:ext cx="256841" cy="914068"/>
          </a:xfrm>
          <a:prstGeom prst="rightBrace">
            <a:avLst>
              <a:gd name="adj1" fmla="val 21960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6EB69A-0564-C6F4-FE78-64A51BA45B1D}"/>
              </a:ext>
            </a:extLst>
          </p:cNvPr>
          <p:cNvSpPr txBox="1"/>
          <p:nvPr/>
        </p:nvSpPr>
        <p:spPr>
          <a:xfrm>
            <a:off x="1885745" y="2488700"/>
            <a:ext cx="906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Q-Table</a:t>
            </a:r>
            <a:endParaRPr lang="en-GB" sz="1400" noProof="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0DAE5-10C2-2D9A-33FD-DA5181FB0AE0}"/>
              </a:ext>
            </a:extLst>
          </p:cNvPr>
          <p:cNvGrpSpPr>
            <a:grpSpLocks noChangeAspect="1"/>
          </p:cNvGrpSpPr>
          <p:nvPr/>
        </p:nvGrpSpPr>
        <p:grpSpPr>
          <a:xfrm>
            <a:off x="4170188" y="2663723"/>
            <a:ext cx="629767" cy="630921"/>
            <a:chOff x="3837320" y="2577311"/>
            <a:chExt cx="1214148" cy="1216373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7CC5E1E-F3D9-1A1D-EF11-1A4859C6A25F}"/>
                </a:ext>
              </a:extLst>
            </p:cNvPr>
            <p:cNvSpPr/>
            <p:nvPr/>
          </p:nvSpPr>
          <p:spPr>
            <a:xfrm>
              <a:off x="3837320" y="3466506"/>
              <a:ext cx="1214148" cy="327178"/>
            </a:xfrm>
            <a:prstGeom prst="ellipse">
              <a:avLst/>
            </a:prstGeom>
            <a:solidFill>
              <a:srgbClr val="FFE6CB"/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1118006-131C-BA6A-729D-31583F55C18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53780" y="2949988"/>
              <a:ext cx="804417" cy="713070"/>
              <a:chOff x="1758028" y="3687481"/>
              <a:chExt cx="1312148" cy="1163145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09FF44A-E123-EAA9-5EDB-A6A0B602259B}"/>
                  </a:ext>
                </a:extLst>
              </p:cNvPr>
              <p:cNvGrpSpPr/>
              <p:nvPr/>
            </p:nvGrpSpPr>
            <p:grpSpPr>
              <a:xfrm>
                <a:off x="2615571" y="4393426"/>
                <a:ext cx="454605" cy="457200"/>
                <a:chOff x="2615571" y="4393426"/>
                <a:chExt cx="454605" cy="4572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57B84966-00A0-82E8-F789-9E07B3126163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758C6A0B-C0A2-6260-88C8-B875322B28B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D817ABC-7383-6AB7-8E6A-746A97BDFB57}"/>
                  </a:ext>
                </a:extLst>
              </p:cNvPr>
              <p:cNvGrpSpPr/>
              <p:nvPr/>
            </p:nvGrpSpPr>
            <p:grpSpPr>
              <a:xfrm>
                <a:off x="1758028" y="4383486"/>
                <a:ext cx="454605" cy="457200"/>
                <a:chOff x="2615571" y="4393426"/>
                <a:chExt cx="454605" cy="4572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5D7A126F-5DA3-A7F9-D652-93EF807F6FA5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D9A230EA-2453-5D8C-D187-402EF908A80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/>
                </a:p>
              </p:txBody>
            </p:sp>
          </p:grp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9B48AB5-3953-1866-9A93-323849FBB506}"/>
                  </a:ext>
                </a:extLst>
              </p:cNvPr>
              <p:cNvCxnSpPr>
                <a:stCxn id="72" idx="6"/>
                <a:endCxn id="74" idx="2"/>
              </p:cNvCxnSpPr>
              <p:nvPr/>
            </p:nvCxnSpPr>
            <p:spPr>
              <a:xfrm>
                <a:off x="2212633" y="4612086"/>
                <a:ext cx="402938" cy="994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F32D6791-2B17-F87F-4EBC-10E8BABEE28A}"/>
                  </a:ext>
                </a:extLst>
              </p:cNvPr>
              <p:cNvCxnSpPr>
                <a:cxnSpLocks/>
                <a:stCxn id="72" idx="0"/>
              </p:cNvCxnSpPr>
              <p:nvPr/>
            </p:nvCxnSpPr>
            <p:spPr>
              <a:xfrm flipV="1">
                <a:off x="1985331" y="4223565"/>
                <a:ext cx="0" cy="159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FC5760D-E002-529B-CB9B-96386E0B3D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83863" y="4120488"/>
                <a:ext cx="118781" cy="11260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21912184-E0EE-5181-2DBB-5EEC4509D5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02644" y="4120488"/>
                <a:ext cx="74314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0B4D64F4-975D-ECFE-FE0C-2C6BF5447FE5}"/>
                  </a:ext>
                </a:extLst>
              </p:cNvPr>
              <p:cNvCxnSpPr>
                <a:cxnSpLocks/>
                <a:stCxn id="74" idx="0"/>
              </p:cNvCxnSpPr>
              <p:nvPr/>
            </p:nvCxnSpPr>
            <p:spPr>
              <a:xfrm flipV="1">
                <a:off x="2842874" y="4120488"/>
                <a:ext cx="5839" cy="27293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97BD8077-ACD3-4F83-579B-2EBBB98EBFD2}"/>
                  </a:ext>
                </a:extLst>
              </p:cNvPr>
              <p:cNvCxnSpPr/>
              <p:nvPr/>
            </p:nvCxnSpPr>
            <p:spPr>
              <a:xfrm>
                <a:off x="1981482" y="4303525"/>
                <a:ext cx="34579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E3BB6BB6-A083-BE50-D1CC-5128B6F166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3356" y="4120488"/>
                <a:ext cx="214398" cy="18303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D78DF24-3874-0C25-BAF0-5CDB41FF8D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6967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E9314A9-7F64-8A79-D8E2-7D7F76A522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15571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2EBD463B-18F9-DBCC-E5CA-B9A2A3CCDBB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94458" y="3687481"/>
                <a:ext cx="200126" cy="201267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8F549917-08AD-0FE0-439F-36434FD8AE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4531" y="3732390"/>
                <a:ext cx="131835" cy="132589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39835C85-E77F-4CE9-B46F-C1FDC0B27221}"/>
                  </a:ext>
                </a:extLst>
              </p:cNvPr>
              <p:cNvCxnSpPr>
                <a:stCxn id="64" idx="4"/>
                <a:endCxn id="65" idx="4"/>
              </p:cNvCxnSpPr>
              <p:nvPr/>
            </p:nvCxnSpPr>
            <p:spPr>
              <a:xfrm flipH="1" flipV="1">
                <a:off x="2140449" y="3864979"/>
                <a:ext cx="454072" cy="2376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F5A1C523-0F98-A016-B469-D8CCC0C69ABE}"/>
                  </a:ext>
                </a:extLst>
              </p:cNvPr>
              <p:cNvCxnSpPr>
                <a:cxnSpLocks/>
                <a:stCxn id="64" idx="0"/>
                <a:endCxn id="65" idx="0"/>
              </p:cNvCxnSpPr>
              <p:nvPr/>
            </p:nvCxnSpPr>
            <p:spPr>
              <a:xfrm flipH="1">
                <a:off x="2140450" y="3687481"/>
                <a:ext cx="454071" cy="4491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477FB49-61F7-FA21-2AC5-7C568AB4D708}"/>
                  </a:ext>
                </a:extLst>
              </p:cNvPr>
              <p:cNvCxnSpPr>
                <a:stCxn id="65" idx="2"/>
              </p:cNvCxnSpPr>
              <p:nvPr/>
            </p:nvCxnSpPr>
            <p:spPr>
              <a:xfrm flipH="1" flipV="1">
                <a:off x="1981482" y="3798684"/>
                <a:ext cx="93049" cy="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3C1723CE-A81D-331D-EE7C-0991B54C24AF}"/>
                  </a:ext>
                </a:extLst>
              </p:cNvPr>
              <p:cNvCxnSpPr/>
              <p:nvPr/>
            </p:nvCxnSpPr>
            <p:spPr>
              <a:xfrm flipV="1">
                <a:off x="1981482" y="3709935"/>
                <a:ext cx="0" cy="16475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D3BAB074-0100-98E8-CC37-16A6F37CD524}"/>
                  </a:ext>
                </a:extLst>
              </p:cNvPr>
              <p:cNvCxnSpPr/>
              <p:nvPr/>
            </p:nvCxnSpPr>
            <p:spPr>
              <a:xfrm flipH="1">
                <a:off x="1840706" y="3709935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97126795-61C2-A16A-8306-29A477C528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45353" y="3838066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2" name="Graphic 51" descr="Wireless with solid fill">
              <a:extLst>
                <a:ext uri="{FF2B5EF4-FFF2-40B4-BE49-F238E27FC236}">
                  <a16:creationId xmlns:a16="http://schemas.microsoft.com/office/drawing/2014/main" id="{CA8EBB62-532F-D835-53F9-2254C5C8B5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955696">
              <a:off x="4232021" y="2577311"/>
              <a:ext cx="322586" cy="297515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F7006B41-37B7-97B1-34DD-B22619BD174F}"/>
              </a:ext>
            </a:extLst>
          </p:cNvPr>
          <p:cNvSpPr/>
          <p:nvPr/>
        </p:nvSpPr>
        <p:spPr>
          <a:xfrm>
            <a:off x="307678" y="574178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41D32A-06DD-F2A0-924F-2E67347B48F1}"/>
              </a:ext>
            </a:extLst>
          </p:cNvPr>
          <p:cNvSpPr/>
          <p:nvPr/>
        </p:nvSpPr>
        <p:spPr>
          <a:xfrm>
            <a:off x="308537" y="816149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D5440B-89DF-25F8-CE5C-067AA2889F7F}"/>
              </a:ext>
            </a:extLst>
          </p:cNvPr>
          <p:cNvSpPr/>
          <p:nvPr/>
        </p:nvSpPr>
        <p:spPr>
          <a:xfrm>
            <a:off x="524732" y="576095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63E538-9B0E-BB4A-AC55-7DA61A81E973}"/>
              </a:ext>
            </a:extLst>
          </p:cNvPr>
          <p:cNvSpPr/>
          <p:nvPr/>
        </p:nvSpPr>
        <p:spPr>
          <a:xfrm>
            <a:off x="525591" y="818066"/>
            <a:ext cx="152883" cy="156189"/>
          </a:xfrm>
          <a:prstGeom prst="rect">
            <a:avLst/>
          </a:prstGeom>
          <a:solidFill>
            <a:srgbClr val="DAE3F3">
              <a:alpha val="37000"/>
            </a:srgbClr>
          </a:solidFill>
          <a:ln w="952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noProof="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260AAA-19E9-56A2-9652-F46DEDA6B036}"/>
              </a:ext>
            </a:extLst>
          </p:cNvPr>
          <p:cNvGrpSpPr/>
          <p:nvPr/>
        </p:nvGrpSpPr>
        <p:grpSpPr>
          <a:xfrm rot="5400000">
            <a:off x="705872" y="557127"/>
            <a:ext cx="94279" cy="428376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E67AA73A-23CE-D479-69D5-ABCE281268F4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17929CE-2F3F-624F-3C4A-920192B29847}"/>
                </a:ext>
              </a:extLst>
            </p:cNvPr>
            <p:cNvCxnSpPr>
              <a:cxnSpLocks/>
              <a:stCxn id="47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A3DFC07-75E0-BFA3-BB2C-AD127E9C0244}"/>
                </a:ext>
              </a:extLst>
            </p:cNvPr>
            <p:cNvCxnSpPr>
              <a:cxnSpLocks/>
              <a:stCxn id="47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2279E58-C5B4-A228-36F3-48B84C4412BC}"/>
              </a:ext>
            </a:extLst>
          </p:cNvPr>
          <p:cNvGrpSpPr/>
          <p:nvPr/>
        </p:nvGrpSpPr>
        <p:grpSpPr>
          <a:xfrm rot="6900000">
            <a:off x="692481" y="667835"/>
            <a:ext cx="94279" cy="428376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F4A15A23-4EF2-3A2C-E522-4A74CC7ECFA9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66BE0F1-4FE9-0114-6461-94D47CE6FBD6}"/>
                </a:ext>
              </a:extLst>
            </p:cNvPr>
            <p:cNvCxnSpPr>
              <a:cxnSpLocks/>
              <a:stCxn id="44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8B5EC03-4A16-419A-DDB6-42E1968BF3D5}"/>
                </a:ext>
              </a:extLst>
            </p:cNvPr>
            <p:cNvCxnSpPr>
              <a:cxnSpLocks/>
              <a:stCxn id="44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957A98A-8903-E3C7-226F-A4DC1BDAD2BC}"/>
              </a:ext>
            </a:extLst>
          </p:cNvPr>
          <p:cNvGrpSpPr/>
          <p:nvPr/>
        </p:nvGrpSpPr>
        <p:grpSpPr>
          <a:xfrm rot="4020000">
            <a:off x="712306" y="447518"/>
            <a:ext cx="94279" cy="428376"/>
            <a:chOff x="4400549" y="971549"/>
            <a:chExt cx="914400" cy="1524001"/>
          </a:xfrm>
          <a:solidFill>
            <a:srgbClr val="FFFFFF"/>
          </a:solidFill>
        </p:grpSpPr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90F39D41-F213-F383-1AE5-566C042C6647}"/>
                </a:ext>
              </a:extLst>
            </p:cNvPr>
            <p:cNvSpPr/>
            <p:nvPr/>
          </p:nvSpPr>
          <p:spPr>
            <a:xfrm>
              <a:off x="4400549" y="971549"/>
              <a:ext cx="914400" cy="914400"/>
            </a:xfrm>
            <a:prstGeom prst="arc">
              <a:avLst>
                <a:gd name="adj1" fmla="val 10843930"/>
                <a:gd name="adj2" fmla="val 0"/>
              </a:avLst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EA42905-7609-1109-DF21-4FB66CD2A5B8}"/>
                </a:ext>
              </a:extLst>
            </p:cNvPr>
            <p:cNvCxnSpPr>
              <a:cxnSpLocks/>
              <a:stCxn id="41" idx="0"/>
            </p:cNvCxnSpPr>
            <p:nvPr/>
          </p:nvCxnSpPr>
          <p:spPr>
            <a:xfrm>
              <a:off x="4400586" y="1422907"/>
              <a:ext cx="456863" cy="1072643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41CD92B-C3DA-51AE-1BB4-19970EEBE92C}"/>
                </a:ext>
              </a:extLst>
            </p:cNvPr>
            <p:cNvCxnSpPr>
              <a:cxnSpLocks/>
              <a:stCxn id="41" idx="2"/>
            </p:cNvCxnSpPr>
            <p:nvPr/>
          </p:nvCxnSpPr>
          <p:spPr>
            <a:xfrm flipH="1">
              <a:off x="4858049" y="1428749"/>
              <a:ext cx="456900" cy="1066801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CC7907F-64F3-2530-B5F1-DF03A09456FC}"/>
              </a:ext>
            </a:extLst>
          </p:cNvPr>
          <p:cNvSpPr/>
          <p:nvPr/>
        </p:nvSpPr>
        <p:spPr>
          <a:xfrm>
            <a:off x="90242" y="1667830"/>
            <a:ext cx="781415" cy="293519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C5AFE4-4286-EFFD-6768-F853D3961533}"/>
              </a:ext>
            </a:extLst>
          </p:cNvPr>
          <p:cNvSpPr txBox="1"/>
          <p:nvPr/>
        </p:nvSpPr>
        <p:spPr>
          <a:xfrm>
            <a:off x="38367" y="1643318"/>
            <a:ext cx="906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Rectifier</a:t>
            </a:r>
            <a:endParaRPr lang="en-GB" sz="1400" noProof="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0F6D67-BC9F-D90C-0D83-CD64F68D4F6C}"/>
              </a:ext>
            </a:extLst>
          </p:cNvPr>
          <p:cNvSpPr txBox="1"/>
          <p:nvPr/>
        </p:nvSpPr>
        <p:spPr>
          <a:xfrm>
            <a:off x="51271" y="2364935"/>
            <a:ext cx="9745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Envelope</a:t>
            </a:r>
          </a:p>
          <a:p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detector</a:t>
            </a:r>
            <a:endParaRPr lang="en-GB" sz="1200" noProof="0" dirty="0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811E9768-3B89-9BF7-C47F-84B8B2102584}"/>
              </a:ext>
            </a:extLst>
          </p:cNvPr>
          <p:cNvCxnSpPr>
            <a:cxnSpLocks/>
            <a:endCxn id="28" idx="0"/>
          </p:cNvCxnSpPr>
          <p:nvPr/>
        </p:nvCxnSpPr>
        <p:spPr>
          <a:xfrm rot="5400000">
            <a:off x="334421" y="1521301"/>
            <a:ext cx="303729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4CA51C1-5AE1-5039-4772-CA13912F698A}"/>
              </a:ext>
            </a:extLst>
          </p:cNvPr>
          <p:cNvSpPr/>
          <p:nvPr/>
        </p:nvSpPr>
        <p:spPr>
          <a:xfrm>
            <a:off x="33698" y="2364017"/>
            <a:ext cx="906858" cy="587010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04924B56-1894-CB9C-84AA-BB58ADC5B9D4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 rot="5400000">
            <a:off x="283001" y="2155222"/>
            <a:ext cx="412922" cy="466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FA4803E-75FA-31EB-D613-C54E4CF7BABB}"/>
              </a:ext>
            </a:extLst>
          </p:cNvPr>
          <p:cNvSpPr/>
          <p:nvPr/>
        </p:nvSpPr>
        <p:spPr>
          <a:xfrm>
            <a:off x="1183534" y="2447726"/>
            <a:ext cx="525799" cy="431994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759951-C3EB-BADF-CB84-CE07194100EF}"/>
              </a:ext>
            </a:extLst>
          </p:cNvPr>
          <p:cNvSpPr txBox="1"/>
          <p:nvPr/>
        </p:nvSpPr>
        <p:spPr>
          <a:xfrm>
            <a:off x="1194836" y="2490871"/>
            <a:ext cx="520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ADC</a:t>
            </a:r>
            <a:endParaRPr lang="en-GB" sz="1400" noProof="0" dirty="0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95DA46F9-FCE6-D7F6-3FB3-4866B9283543}"/>
              </a:ext>
            </a:extLst>
          </p:cNvPr>
          <p:cNvCxnSpPr>
            <a:cxnSpLocks/>
            <a:stCxn id="32" idx="3"/>
            <a:endCxn id="35" idx="1"/>
          </p:cNvCxnSpPr>
          <p:nvPr/>
        </p:nvCxnSpPr>
        <p:spPr>
          <a:xfrm flipV="1">
            <a:off x="940556" y="2644760"/>
            <a:ext cx="254280" cy="127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2834848C-276A-3159-44BD-B0C4CD5B99FB}"/>
              </a:ext>
            </a:extLst>
          </p:cNvPr>
          <p:cNvCxnSpPr>
            <a:cxnSpLocks/>
            <a:stCxn id="35" idx="3"/>
            <a:endCxn id="15" idx="1"/>
          </p:cNvCxnSpPr>
          <p:nvPr/>
        </p:nvCxnSpPr>
        <p:spPr>
          <a:xfrm>
            <a:off x="1714934" y="2644760"/>
            <a:ext cx="165210" cy="1017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91414D2-9550-8988-CB80-3A07CB71C819}"/>
              </a:ext>
            </a:extLst>
          </p:cNvPr>
          <p:cNvSpPr/>
          <p:nvPr/>
        </p:nvSpPr>
        <p:spPr>
          <a:xfrm>
            <a:off x="2964314" y="2438241"/>
            <a:ext cx="525799" cy="431994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0C6A62-75C6-2590-9D95-351D886EA6EE}"/>
              </a:ext>
            </a:extLst>
          </p:cNvPr>
          <p:cNvSpPr txBox="1"/>
          <p:nvPr/>
        </p:nvSpPr>
        <p:spPr>
          <a:xfrm>
            <a:off x="2975617" y="2481387"/>
            <a:ext cx="520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latin typeface="Calibri"/>
              </a:rPr>
              <a:t>DAC</a:t>
            </a:r>
            <a:endParaRPr lang="en-GB" sz="1400" noProof="0" dirty="0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4B4AAFBC-FDD5-3816-2666-9B0BF878FBD7}"/>
              </a:ext>
            </a:extLst>
          </p:cNvPr>
          <p:cNvCxnSpPr>
            <a:cxnSpLocks/>
            <a:stCxn id="19" idx="3"/>
            <a:endCxn id="38" idx="1"/>
          </p:cNvCxnSpPr>
          <p:nvPr/>
        </p:nvCxnSpPr>
        <p:spPr>
          <a:xfrm>
            <a:off x="2792603" y="2642589"/>
            <a:ext cx="171711" cy="1164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469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1011</Words>
  <Application>Microsoft Office PowerPoint</Application>
  <PresentationFormat>Widescreen</PresentationFormat>
  <Paragraphs>201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 Math</vt:lpstr>
      <vt:lpstr>Office Theme</vt:lpstr>
      <vt:lpstr>Research results and directions for positioning in the analog domain </vt:lpstr>
      <vt:lpstr>Use case: Fast tracking of Autonomous Mobile Robots for Smart Factory</vt:lpstr>
      <vt:lpstr>PowerPoint Presentation</vt:lpstr>
      <vt:lpstr>PowerPoint Presentation</vt:lpstr>
      <vt:lpstr>3GPP Ricean Channel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7504255944999905</dc:creator>
  <cp:lastModifiedBy>TU-Pseudonym 7504255944999905</cp:lastModifiedBy>
  <cp:revision>3</cp:revision>
  <dcterms:created xsi:type="dcterms:W3CDTF">2026-08-05T09:34:53Z</dcterms:created>
  <dcterms:modified xsi:type="dcterms:W3CDTF">2026-08-05T13:48:58Z</dcterms:modified>
</cp:coreProperties>
</file>